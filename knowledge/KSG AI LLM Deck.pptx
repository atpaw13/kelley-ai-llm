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29" r:id="rId2"/>
    <p:sldId id="330" r:id="rId3"/>
    <p:sldId id="331" r:id="rId4"/>
    <p:sldId id="332" r:id="rId5"/>
    <p:sldId id="32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CC7E71-FCCF-D360-511B-6F45F90036E7}" name="Kunkle, Lauren Elizabeth" initials="KL" userId="S::lkunkle@iu.edu::5084d5b6-f4d5-49b4-85bc-3bfa1429a9e8" providerId="AD"/>
  <p188:author id="{3F4F7BB0-4577-61F0-DC50-464FBC781A02}" name="Mockabee, David T" initials="DM" userId="S::dtmockab@iu.edu::eb81bb24-a9ec-4cc0-b6dd-258edac761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C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BB59C-B739-254E-8E4F-9D9A3B6B93FA}" v="343" dt="2026-08-29T17:32:00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7158"/>
  </p:normalViewPr>
  <p:slideViewPr>
    <p:cSldViewPr snapToGrid="0">
      <p:cViewPr>
        <p:scale>
          <a:sx n="148" d="100"/>
          <a:sy n="148" d="100"/>
        </p:scale>
        <p:origin x="15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ar, Atharv" userId="77c2a207-967a-41c8-82e9-592defe28d00" providerId="ADAL" clId="{F43BB59C-B739-254E-8E4F-9D9A3B6B93FA}"/>
    <pc:docChg chg="undo custSel addSld delSld modSld">
      <pc:chgData name="Pawar, Atharv" userId="77c2a207-967a-41c8-82e9-592defe28d00" providerId="ADAL" clId="{F43BB59C-B739-254E-8E4F-9D9A3B6B93FA}" dt="2026-08-29T17:32:00.495" v="763"/>
      <pc:docMkLst>
        <pc:docMk/>
      </pc:docMkLst>
      <pc:sldChg chg="modSp mod">
        <pc:chgData name="Pawar, Atharv" userId="77c2a207-967a-41c8-82e9-592defe28d00" providerId="ADAL" clId="{F43BB59C-B739-254E-8E4F-9D9A3B6B93FA}" dt="2026-08-29T17:32:00.495" v="763"/>
        <pc:sldMkLst>
          <pc:docMk/>
          <pc:sldMk cId="398551719" sldId="328"/>
        </pc:sldMkLst>
        <pc:spChg chg="mod">
          <ac:chgData name="Pawar, Atharv" userId="77c2a207-967a-41c8-82e9-592defe28d00" providerId="ADAL" clId="{F43BB59C-B739-254E-8E4F-9D9A3B6B93FA}" dt="2026-08-29T17:32:00.495" v="763"/>
          <ac:spMkLst>
            <pc:docMk/>
            <pc:sldMk cId="398551719" sldId="328"/>
            <ac:spMk id="8" creationId="{23866413-F7B8-10D7-49F3-381C1BD2F641}"/>
          </ac:spMkLst>
        </pc:spChg>
      </pc:sldChg>
      <pc:sldChg chg="addSp delSp modSp mod">
        <pc:chgData name="Pawar, Atharv" userId="77c2a207-967a-41c8-82e9-592defe28d00" providerId="ADAL" clId="{F43BB59C-B739-254E-8E4F-9D9A3B6B93FA}" dt="2026-08-29T16:19:02.718" v="105" actId="14100"/>
        <pc:sldMkLst>
          <pc:docMk/>
          <pc:sldMk cId="3804796186" sldId="330"/>
        </pc:sldMkLst>
        <pc:spChg chg="mod">
          <ac:chgData name="Pawar, Atharv" userId="77c2a207-967a-41c8-82e9-592defe28d00" providerId="ADAL" clId="{F43BB59C-B739-254E-8E4F-9D9A3B6B93FA}" dt="2026-08-29T16:17:11.212" v="78" actId="1037"/>
          <ac:spMkLst>
            <pc:docMk/>
            <pc:sldMk cId="3804796186" sldId="330"/>
            <ac:spMk id="9" creationId="{1ACD1275-3C2D-50F7-2A54-CE39BAB41D15}"/>
          </ac:spMkLst>
        </pc:spChg>
        <pc:spChg chg="mod">
          <ac:chgData name="Pawar, Atharv" userId="77c2a207-967a-41c8-82e9-592defe28d00" providerId="ADAL" clId="{F43BB59C-B739-254E-8E4F-9D9A3B6B93FA}" dt="2026-08-29T16:13:03.039" v="19" actId="14100"/>
          <ac:spMkLst>
            <pc:docMk/>
            <pc:sldMk cId="3804796186" sldId="330"/>
            <ac:spMk id="59" creationId="{67ABD7A8-E7E7-8E79-EAD8-C07CE70B99B1}"/>
          </ac:spMkLst>
        </pc:spChg>
        <pc:spChg chg="mod">
          <ac:chgData name="Pawar, Atharv" userId="77c2a207-967a-41c8-82e9-592defe28d00" providerId="ADAL" clId="{F43BB59C-B739-254E-8E4F-9D9A3B6B93FA}" dt="2026-08-29T16:12:51.315" v="17" actId="14100"/>
          <ac:spMkLst>
            <pc:docMk/>
            <pc:sldMk cId="3804796186" sldId="330"/>
            <ac:spMk id="60" creationId="{089D99B1-C8CC-5CBF-4D76-0D3AAD73824C}"/>
          </ac:spMkLst>
        </pc:spChg>
        <pc:spChg chg="mod">
          <ac:chgData name="Pawar, Atharv" userId="77c2a207-967a-41c8-82e9-592defe28d00" providerId="ADAL" clId="{F43BB59C-B739-254E-8E4F-9D9A3B6B93FA}" dt="2026-08-29T16:13:15.756" v="25" actId="14100"/>
          <ac:spMkLst>
            <pc:docMk/>
            <pc:sldMk cId="3804796186" sldId="330"/>
            <ac:spMk id="61" creationId="{8A10D9B8-872E-B943-DFD9-F85A4CB95B39}"/>
          </ac:spMkLst>
        </pc:spChg>
        <pc:spChg chg="mod">
          <ac:chgData name="Pawar, Atharv" userId="77c2a207-967a-41c8-82e9-592defe28d00" providerId="ADAL" clId="{F43BB59C-B739-254E-8E4F-9D9A3B6B93FA}" dt="2026-08-29T16:13:21.277" v="27" actId="14100"/>
          <ac:spMkLst>
            <pc:docMk/>
            <pc:sldMk cId="3804796186" sldId="330"/>
            <ac:spMk id="62" creationId="{EEC73BAD-8037-0B9B-5C2B-2786BCC2DE1E}"/>
          </ac:spMkLst>
        </pc:spChg>
        <pc:spChg chg="add mod">
          <ac:chgData name="Pawar, Atharv" userId="77c2a207-967a-41c8-82e9-592defe28d00" providerId="ADAL" clId="{F43BB59C-B739-254E-8E4F-9D9A3B6B93FA}" dt="2026-08-29T16:12:31.057" v="10" actId="1035"/>
          <ac:spMkLst>
            <pc:docMk/>
            <pc:sldMk cId="3804796186" sldId="330"/>
            <ac:spMk id="63" creationId="{F334197A-1914-D372-163E-0DFFEA527FED}"/>
          </ac:spMkLst>
        </pc:spChg>
        <pc:spChg chg="add mod">
          <ac:chgData name="Pawar, Atharv" userId="77c2a207-967a-41c8-82e9-592defe28d00" providerId="ADAL" clId="{F43BB59C-B739-254E-8E4F-9D9A3B6B93FA}" dt="2026-08-29T16:15:00.769" v="47" actId="14100"/>
          <ac:spMkLst>
            <pc:docMk/>
            <pc:sldMk cId="3804796186" sldId="330"/>
            <ac:spMk id="64" creationId="{CE23BEB7-95A3-9BA8-25D5-B2760A0B65DF}"/>
          </ac:spMkLst>
        </pc:spChg>
        <pc:spChg chg="add del mod">
          <ac:chgData name="Pawar, Atharv" userId="77c2a207-967a-41c8-82e9-592defe28d00" providerId="ADAL" clId="{F43BB59C-B739-254E-8E4F-9D9A3B6B93FA}" dt="2026-08-29T16:12:33.491" v="12" actId="478"/>
          <ac:spMkLst>
            <pc:docMk/>
            <pc:sldMk cId="3804796186" sldId="330"/>
            <ac:spMk id="65" creationId="{9F1B5DA2-EAFB-EB6F-0D14-9A291B25C81F}"/>
          </ac:spMkLst>
        </pc:spChg>
        <pc:spChg chg="add mod">
          <ac:chgData name="Pawar, Atharv" userId="77c2a207-967a-41c8-82e9-592defe28d00" providerId="ADAL" clId="{F43BB59C-B739-254E-8E4F-9D9A3B6B93FA}" dt="2026-08-29T16:15:02.981" v="48" actId="14100"/>
          <ac:spMkLst>
            <pc:docMk/>
            <pc:sldMk cId="3804796186" sldId="330"/>
            <ac:spMk id="66" creationId="{9E00A177-909C-4CEE-8FE9-E3BC9DB766EE}"/>
          </ac:spMkLst>
        </pc:spChg>
        <pc:spChg chg="add mod">
          <ac:chgData name="Pawar, Atharv" userId="77c2a207-967a-41c8-82e9-592defe28d00" providerId="ADAL" clId="{F43BB59C-B739-254E-8E4F-9D9A3B6B93FA}" dt="2026-08-29T16:15:06.104" v="49" actId="14100"/>
          <ac:spMkLst>
            <pc:docMk/>
            <pc:sldMk cId="3804796186" sldId="330"/>
            <ac:spMk id="67" creationId="{F4AD96B1-638D-BE96-21A6-B102163C7241}"/>
          </ac:spMkLst>
        </pc:spChg>
        <pc:spChg chg="add mod">
          <ac:chgData name="Pawar, Atharv" userId="77c2a207-967a-41c8-82e9-592defe28d00" providerId="ADAL" clId="{F43BB59C-B739-254E-8E4F-9D9A3B6B93FA}" dt="2026-08-29T16:13:59.760" v="32" actId="14100"/>
          <ac:spMkLst>
            <pc:docMk/>
            <pc:sldMk cId="3804796186" sldId="330"/>
            <ac:spMk id="68" creationId="{7A165BE4-4144-BBBE-2CC6-4337287DED66}"/>
          </ac:spMkLst>
        </pc:spChg>
        <pc:spChg chg="add mod">
          <ac:chgData name="Pawar, Atharv" userId="77c2a207-967a-41c8-82e9-592defe28d00" providerId="ADAL" clId="{F43BB59C-B739-254E-8E4F-9D9A3B6B93FA}" dt="2026-08-29T16:14:13.247" v="36" actId="122"/>
          <ac:spMkLst>
            <pc:docMk/>
            <pc:sldMk cId="3804796186" sldId="330"/>
            <ac:spMk id="69" creationId="{C7C84433-6969-59EA-2E05-C0FEACB56AF6}"/>
          </ac:spMkLst>
        </pc:spChg>
        <pc:spChg chg="add mod">
          <ac:chgData name="Pawar, Atharv" userId="77c2a207-967a-41c8-82e9-592defe28d00" providerId="ADAL" clId="{F43BB59C-B739-254E-8E4F-9D9A3B6B93FA}" dt="2026-08-29T16:14:32.501" v="41" actId="122"/>
          <ac:spMkLst>
            <pc:docMk/>
            <pc:sldMk cId="3804796186" sldId="330"/>
            <ac:spMk id="70" creationId="{2554089A-B641-3FFD-864E-888BCA720670}"/>
          </ac:spMkLst>
        </pc:spChg>
        <pc:spChg chg="add mod">
          <ac:chgData name="Pawar, Atharv" userId="77c2a207-967a-41c8-82e9-592defe28d00" providerId="ADAL" clId="{F43BB59C-B739-254E-8E4F-9D9A3B6B93FA}" dt="2026-08-29T16:15:21.942" v="54" actId="20577"/>
          <ac:spMkLst>
            <pc:docMk/>
            <pc:sldMk cId="3804796186" sldId="330"/>
            <ac:spMk id="71" creationId="{6C0A9541-FC50-5115-2428-6B579B22769B}"/>
          </ac:spMkLst>
        </pc:spChg>
        <pc:spChg chg="add mod">
          <ac:chgData name="Pawar, Atharv" userId="77c2a207-967a-41c8-82e9-592defe28d00" providerId="ADAL" clId="{F43BB59C-B739-254E-8E4F-9D9A3B6B93FA}" dt="2026-08-29T16:16:11.600" v="65" actId="1076"/>
          <ac:spMkLst>
            <pc:docMk/>
            <pc:sldMk cId="3804796186" sldId="330"/>
            <ac:spMk id="72" creationId="{A21159AE-9883-6FBF-56BF-5BC79B0828B3}"/>
          </ac:spMkLst>
        </pc:spChg>
        <pc:spChg chg="add mod">
          <ac:chgData name="Pawar, Atharv" userId="77c2a207-967a-41c8-82e9-592defe28d00" providerId="ADAL" clId="{F43BB59C-B739-254E-8E4F-9D9A3B6B93FA}" dt="2026-08-29T16:16:51.933" v="73" actId="20577"/>
          <ac:spMkLst>
            <pc:docMk/>
            <pc:sldMk cId="3804796186" sldId="330"/>
            <ac:spMk id="73" creationId="{B9CE86FE-8D7E-D555-527D-6FCB0FA46C9B}"/>
          </ac:spMkLst>
        </pc:spChg>
        <pc:spChg chg="add mod">
          <ac:chgData name="Pawar, Atharv" userId="77c2a207-967a-41c8-82e9-592defe28d00" providerId="ADAL" clId="{F43BB59C-B739-254E-8E4F-9D9A3B6B93FA}" dt="2026-08-29T16:17:06.892" v="76" actId="14100"/>
          <ac:spMkLst>
            <pc:docMk/>
            <pc:sldMk cId="3804796186" sldId="330"/>
            <ac:spMk id="74" creationId="{5EBB1B9B-FE5C-E5BC-73A0-389C35FEDE06}"/>
          </ac:spMkLst>
        </pc:spChg>
        <pc:spChg chg="add mod">
          <ac:chgData name="Pawar, Atharv" userId="77c2a207-967a-41c8-82e9-592defe28d00" providerId="ADAL" clId="{F43BB59C-B739-254E-8E4F-9D9A3B6B93FA}" dt="2026-08-29T16:17:48.558" v="85" actId="1076"/>
          <ac:spMkLst>
            <pc:docMk/>
            <pc:sldMk cId="3804796186" sldId="330"/>
            <ac:spMk id="75" creationId="{26F45774-5405-9C73-BCE1-5A473922A6EF}"/>
          </ac:spMkLst>
        </pc:spChg>
        <pc:spChg chg="add mod">
          <ac:chgData name="Pawar, Atharv" userId="77c2a207-967a-41c8-82e9-592defe28d00" providerId="ADAL" clId="{F43BB59C-B739-254E-8E4F-9D9A3B6B93FA}" dt="2026-08-29T16:17:54.303" v="86" actId="1076"/>
          <ac:spMkLst>
            <pc:docMk/>
            <pc:sldMk cId="3804796186" sldId="330"/>
            <ac:spMk id="76" creationId="{AC800A6D-F3A5-DCC9-71A1-F65BDA9A40F8}"/>
          </ac:spMkLst>
        </pc:spChg>
        <pc:spChg chg="add mod">
          <ac:chgData name="Pawar, Atharv" userId="77c2a207-967a-41c8-82e9-592defe28d00" providerId="ADAL" clId="{F43BB59C-B739-254E-8E4F-9D9A3B6B93FA}" dt="2026-08-29T16:18:19.478" v="90" actId="1076"/>
          <ac:spMkLst>
            <pc:docMk/>
            <pc:sldMk cId="3804796186" sldId="330"/>
            <ac:spMk id="77" creationId="{85EAF847-19AC-081F-48FF-2DA57389219E}"/>
          </ac:spMkLst>
        </pc:spChg>
        <pc:spChg chg="add mod">
          <ac:chgData name="Pawar, Atharv" userId="77c2a207-967a-41c8-82e9-592defe28d00" providerId="ADAL" clId="{F43BB59C-B739-254E-8E4F-9D9A3B6B93FA}" dt="2026-08-29T16:18:32.561" v="94" actId="14100"/>
          <ac:spMkLst>
            <pc:docMk/>
            <pc:sldMk cId="3804796186" sldId="330"/>
            <ac:spMk id="78" creationId="{B33609CA-F762-874A-6225-E34A42D7122C}"/>
          </ac:spMkLst>
        </pc:spChg>
        <pc:spChg chg="add mod">
          <ac:chgData name="Pawar, Atharv" userId="77c2a207-967a-41c8-82e9-592defe28d00" providerId="ADAL" clId="{F43BB59C-B739-254E-8E4F-9D9A3B6B93FA}" dt="2026-08-29T16:18:41.070" v="97" actId="14100"/>
          <ac:spMkLst>
            <pc:docMk/>
            <pc:sldMk cId="3804796186" sldId="330"/>
            <ac:spMk id="79" creationId="{2B18B058-E34D-A4C0-F227-06C38C551CAA}"/>
          </ac:spMkLst>
        </pc:spChg>
        <pc:spChg chg="add mod">
          <ac:chgData name="Pawar, Atharv" userId="77c2a207-967a-41c8-82e9-592defe28d00" providerId="ADAL" clId="{F43BB59C-B739-254E-8E4F-9D9A3B6B93FA}" dt="2026-08-29T16:18:53.394" v="102" actId="14100"/>
          <ac:spMkLst>
            <pc:docMk/>
            <pc:sldMk cId="3804796186" sldId="330"/>
            <ac:spMk id="80" creationId="{B78EDD52-78AE-A079-D54C-0D7D31492329}"/>
          </ac:spMkLst>
        </pc:spChg>
        <pc:spChg chg="add mod">
          <ac:chgData name="Pawar, Atharv" userId="77c2a207-967a-41c8-82e9-592defe28d00" providerId="ADAL" clId="{F43BB59C-B739-254E-8E4F-9D9A3B6B93FA}" dt="2026-08-29T16:19:02.718" v="105" actId="14100"/>
          <ac:spMkLst>
            <pc:docMk/>
            <pc:sldMk cId="3804796186" sldId="330"/>
            <ac:spMk id="81" creationId="{E3246847-B970-4E5F-F498-A73D96794E6C}"/>
          </ac:spMkLst>
        </pc:spChg>
      </pc:sldChg>
      <pc:sldChg chg="addSp delSp modSp add mod">
        <pc:chgData name="Pawar, Atharv" userId="77c2a207-967a-41c8-82e9-592defe28d00" providerId="ADAL" clId="{F43BB59C-B739-254E-8E4F-9D9A3B6B93FA}" dt="2026-08-29T16:38:51.977" v="408" actId="1076"/>
        <pc:sldMkLst>
          <pc:docMk/>
          <pc:sldMk cId="2809381948" sldId="331"/>
        </pc:sldMkLst>
        <pc:spChg chg="mod">
          <ac:chgData name="Pawar, Atharv" userId="77c2a207-967a-41c8-82e9-592defe28d00" providerId="ADAL" clId="{F43BB59C-B739-254E-8E4F-9D9A3B6B93FA}" dt="2026-08-29T16:20:04.505" v="110" actId="20577"/>
          <ac:spMkLst>
            <pc:docMk/>
            <pc:sldMk cId="2809381948" sldId="331"/>
            <ac:spMk id="2" creationId="{E362E0AD-8F3A-4101-384F-980D2352C513}"/>
          </ac:spMkLst>
        </pc:spChg>
        <pc:spChg chg="add del mod">
          <ac:chgData name="Pawar, Atharv" userId="77c2a207-967a-41c8-82e9-592defe28d00" providerId="ADAL" clId="{F43BB59C-B739-254E-8E4F-9D9A3B6B93FA}" dt="2026-08-29T16:21:20.557" v="133" actId="478"/>
          <ac:spMkLst>
            <pc:docMk/>
            <pc:sldMk cId="2809381948" sldId="331"/>
            <ac:spMk id="3" creationId="{5DFE8E94-840E-BDE2-81C8-0322D0AD214A}"/>
          </ac:spMkLst>
        </pc:spChg>
        <pc:spChg chg="mod">
          <ac:chgData name="Pawar, Atharv" userId="77c2a207-967a-41c8-82e9-592defe28d00" providerId="ADAL" clId="{F43BB59C-B739-254E-8E4F-9D9A3B6B93FA}" dt="2026-08-29T16:20:14.523" v="111"/>
          <ac:spMkLst>
            <pc:docMk/>
            <pc:sldMk cId="2809381948" sldId="331"/>
            <ac:spMk id="5" creationId="{EA076C73-6D4F-6A02-3242-0FC3712FD6C5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6" creationId="{6E56C1C1-E41E-6F1D-3B30-945E4E271692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7" creationId="{2EF6B864-9885-D50B-6202-80FF083DFC9F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8" creationId="{FEBA109F-212F-E232-1B9E-6E89B82DE154}"/>
          </ac:spMkLst>
        </pc:spChg>
        <pc:spChg chg="del">
          <ac:chgData name="Pawar, Atharv" userId="77c2a207-967a-41c8-82e9-592defe28d00" providerId="ADAL" clId="{F43BB59C-B739-254E-8E4F-9D9A3B6B93FA}" dt="2026-08-29T16:20:25.503" v="112" actId="478"/>
          <ac:spMkLst>
            <pc:docMk/>
            <pc:sldMk cId="2809381948" sldId="331"/>
            <ac:spMk id="9" creationId="{24114BA4-4DEC-4EDB-061F-A66B2D4C721A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10" creationId="{B22FD50D-7480-BA29-2E52-DBBF38CECDA5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11" creationId="{F8C99CB9-BCE3-19DC-D712-3618D89DC6BD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12" creationId="{805191C8-6961-5493-F9D5-CF425259F01C}"/>
          </ac:spMkLst>
        </pc:spChg>
        <pc:spChg chg="del">
          <ac:chgData name="Pawar, Atharv" userId="77c2a207-967a-41c8-82e9-592defe28d00" providerId="ADAL" clId="{F43BB59C-B739-254E-8E4F-9D9A3B6B93FA}" dt="2026-08-29T16:20:25.503" v="112" actId="478"/>
          <ac:spMkLst>
            <pc:docMk/>
            <pc:sldMk cId="2809381948" sldId="331"/>
            <ac:spMk id="13" creationId="{E01A85BB-2D1E-4B5A-C91D-2153DC5EED95}"/>
          </ac:spMkLst>
        </pc:spChg>
        <pc:spChg chg="del">
          <ac:chgData name="Pawar, Atharv" userId="77c2a207-967a-41c8-82e9-592defe28d00" providerId="ADAL" clId="{F43BB59C-B739-254E-8E4F-9D9A3B6B93FA}" dt="2026-08-29T16:20:26.583" v="113" actId="478"/>
          <ac:spMkLst>
            <pc:docMk/>
            <pc:sldMk cId="2809381948" sldId="331"/>
            <ac:spMk id="14" creationId="{C3EBC242-34C6-1796-402C-B2B87D77C3FA}"/>
          </ac:spMkLst>
        </pc:spChg>
        <pc:spChg chg="del">
          <ac:chgData name="Pawar, Atharv" userId="77c2a207-967a-41c8-82e9-592defe28d00" providerId="ADAL" clId="{F43BB59C-B739-254E-8E4F-9D9A3B6B93FA}" dt="2026-08-29T16:20:30.814" v="115" actId="478"/>
          <ac:spMkLst>
            <pc:docMk/>
            <pc:sldMk cId="2809381948" sldId="331"/>
            <ac:spMk id="15" creationId="{A52DF4DF-21B3-43E8-7263-F84908C6A5EE}"/>
          </ac:spMkLst>
        </pc:spChg>
        <pc:spChg chg="del">
          <ac:chgData name="Pawar, Atharv" userId="77c2a207-967a-41c8-82e9-592defe28d00" providerId="ADAL" clId="{F43BB59C-B739-254E-8E4F-9D9A3B6B93FA}" dt="2026-08-29T16:20:27.515" v="114" actId="478"/>
          <ac:spMkLst>
            <pc:docMk/>
            <pc:sldMk cId="2809381948" sldId="331"/>
            <ac:spMk id="16" creationId="{CD6AB01A-5308-1C0C-E49F-B3B937979D31}"/>
          </ac:spMkLst>
        </pc:spChg>
        <pc:spChg chg="add del mod">
          <ac:chgData name="Pawar, Atharv" userId="77c2a207-967a-41c8-82e9-592defe28d00" providerId="ADAL" clId="{F43BB59C-B739-254E-8E4F-9D9A3B6B93FA}" dt="2026-08-29T16:21:19.931" v="132" actId="478"/>
          <ac:spMkLst>
            <pc:docMk/>
            <pc:sldMk cId="2809381948" sldId="331"/>
            <ac:spMk id="17" creationId="{EF35366A-D78B-D160-613F-C0A4035E93C7}"/>
          </ac:spMkLst>
        </pc:spChg>
        <pc:spChg chg="add del mod">
          <ac:chgData name="Pawar, Atharv" userId="77c2a207-967a-41c8-82e9-592defe28d00" providerId="ADAL" clId="{F43BB59C-B739-254E-8E4F-9D9A3B6B93FA}" dt="2026-08-29T16:21:19.223" v="131" actId="478"/>
          <ac:spMkLst>
            <pc:docMk/>
            <pc:sldMk cId="2809381948" sldId="331"/>
            <ac:spMk id="18" creationId="{F5CD3674-C1A2-B5D1-5087-D8F49283B076}"/>
          </ac:spMkLst>
        </pc:spChg>
        <pc:spChg chg="add del mod">
          <ac:chgData name="Pawar, Atharv" userId="77c2a207-967a-41c8-82e9-592defe28d00" providerId="ADAL" clId="{F43BB59C-B739-254E-8E4F-9D9A3B6B93FA}" dt="2026-08-29T16:21:18.559" v="130" actId="478"/>
          <ac:spMkLst>
            <pc:docMk/>
            <pc:sldMk cId="2809381948" sldId="331"/>
            <ac:spMk id="19" creationId="{7ABD7680-9EAD-8F84-D40A-DA7AD25D1D85}"/>
          </ac:spMkLst>
        </pc:spChg>
        <pc:spChg chg="add mod">
          <ac:chgData name="Pawar, Atharv" userId="77c2a207-967a-41c8-82e9-592defe28d00" providerId="ADAL" clId="{F43BB59C-B739-254E-8E4F-9D9A3B6B93FA}" dt="2026-08-29T16:28:11.249" v="247" actId="14100"/>
          <ac:spMkLst>
            <pc:docMk/>
            <pc:sldMk cId="2809381948" sldId="331"/>
            <ac:spMk id="20" creationId="{D0BF8B53-E51F-541B-742A-A0CF64B7A15D}"/>
          </ac:spMkLst>
        </pc:spChg>
        <pc:spChg chg="add mod">
          <ac:chgData name="Pawar, Atharv" userId="77c2a207-967a-41c8-82e9-592defe28d00" providerId="ADAL" clId="{F43BB59C-B739-254E-8E4F-9D9A3B6B93FA}" dt="2026-08-29T16:24:29.257" v="183" actId="14100"/>
          <ac:spMkLst>
            <pc:docMk/>
            <pc:sldMk cId="2809381948" sldId="331"/>
            <ac:spMk id="21" creationId="{B7C7340B-B755-34C7-C6D1-68C98A5E95BD}"/>
          </ac:spMkLst>
        </pc:spChg>
        <pc:spChg chg="add mod">
          <ac:chgData name="Pawar, Atharv" userId="77c2a207-967a-41c8-82e9-592defe28d00" providerId="ADAL" clId="{F43BB59C-B739-254E-8E4F-9D9A3B6B93FA}" dt="2026-08-29T16:25:08.938" v="204" actId="14100"/>
          <ac:spMkLst>
            <pc:docMk/>
            <pc:sldMk cId="2809381948" sldId="331"/>
            <ac:spMk id="22" creationId="{8A2FAFA6-8AA6-4019-EA96-BE8E88D9D9C7}"/>
          </ac:spMkLst>
        </pc:spChg>
        <pc:spChg chg="add mod">
          <ac:chgData name="Pawar, Atharv" userId="77c2a207-967a-41c8-82e9-592defe28d00" providerId="ADAL" clId="{F43BB59C-B739-254E-8E4F-9D9A3B6B93FA}" dt="2026-08-29T16:26:08.945" v="221" actId="14100"/>
          <ac:spMkLst>
            <pc:docMk/>
            <pc:sldMk cId="2809381948" sldId="331"/>
            <ac:spMk id="23" creationId="{C40444E1-6883-FD78-8B29-F45584263F88}"/>
          </ac:spMkLst>
        </pc:spChg>
        <pc:spChg chg="add mod">
          <ac:chgData name="Pawar, Atharv" userId="77c2a207-967a-41c8-82e9-592defe28d00" providerId="ADAL" clId="{F43BB59C-B739-254E-8E4F-9D9A3B6B93FA}" dt="2026-08-29T16:27:05.494" v="228" actId="14100"/>
          <ac:spMkLst>
            <pc:docMk/>
            <pc:sldMk cId="2809381948" sldId="331"/>
            <ac:spMk id="24" creationId="{6B378B99-DF04-FFC1-A388-31D0B0332A10}"/>
          </ac:spMkLst>
        </pc:spChg>
        <pc:spChg chg="add mod">
          <ac:chgData name="Pawar, Atharv" userId="77c2a207-967a-41c8-82e9-592defe28d00" providerId="ADAL" clId="{F43BB59C-B739-254E-8E4F-9D9A3B6B93FA}" dt="2026-08-29T16:22:03.722" v="144" actId="1076"/>
          <ac:spMkLst>
            <pc:docMk/>
            <pc:sldMk cId="2809381948" sldId="331"/>
            <ac:spMk id="25" creationId="{7C392E01-959E-6762-4FC8-D4F929736E67}"/>
          </ac:spMkLst>
        </pc:spChg>
        <pc:spChg chg="add mod">
          <ac:chgData name="Pawar, Atharv" userId="77c2a207-967a-41c8-82e9-592defe28d00" providerId="ADAL" clId="{F43BB59C-B739-254E-8E4F-9D9A3B6B93FA}" dt="2026-08-29T16:22:10.186" v="146" actId="1076"/>
          <ac:spMkLst>
            <pc:docMk/>
            <pc:sldMk cId="2809381948" sldId="331"/>
            <ac:spMk id="26" creationId="{76B58F8C-72D9-F47A-88FC-E99342BB69D3}"/>
          </ac:spMkLst>
        </pc:spChg>
        <pc:spChg chg="add mod">
          <ac:chgData name="Pawar, Atharv" userId="77c2a207-967a-41c8-82e9-592defe28d00" providerId="ADAL" clId="{F43BB59C-B739-254E-8E4F-9D9A3B6B93FA}" dt="2026-08-29T16:22:16.591" v="148" actId="1076"/>
          <ac:spMkLst>
            <pc:docMk/>
            <pc:sldMk cId="2809381948" sldId="331"/>
            <ac:spMk id="27" creationId="{F481F098-2D5F-9E40-1646-7137BD9F8521}"/>
          </ac:spMkLst>
        </pc:spChg>
        <pc:spChg chg="add mod">
          <ac:chgData name="Pawar, Atharv" userId="77c2a207-967a-41c8-82e9-592defe28d00" providerId="ADAL" clId="{F43BB59C-B739-254E-8E4F-9D9A3B6B93FA}" dt="2026-08-29T16:22:20.780" v="150" actId="1076"/>
          <ac:spMkLst>
            <pc:docMk/>
            <pc:sldMk cId="2809381948" sldId="331"/>
            <ac:spMk id="28" creationId="{D27F6EBF-2F80-9FF3-E110-AC8549DAA36A}"/>
          </ac:spMkLst>
        </pc:spChg>
        <pc:spChg chg="add mod">
          <ac:chgData name="Pawar, Atharv" userId="77c2a207-967a-41c8-82e9-592defe28d00" providerId="ADAL" clId="{F43BB59C-B739-254E-8E4F-9D9A3B6B93FA}" dt="2026-08-29T16:22:45.117" v="153" actId="20577"/>
          <ac:spMkLst>
            <pc:docMk/>
            <pc:sldMk cId="2809381948" sldId="331"/>
            <ac:spMk id="29" creationId="{CA4979A0-58C2-474F-8C36-93E94A9B020F}"/>
          </ac:spMkLst>
        </pc:spChg>
        <pc:spChg chg="add mod">
          <ac:chgData name="Pawar, Atharv" userId="77c2a207-967a-41c8-82e9-592defe28d00" providerId="ADAL" clId="{F43BB59C-B739-254E-8E4F-9D9A3B6B93FA}" dt="2026-08-29T16:22:54.535" v="157" actId="20577"/>
          <ac:spMkLst>
            <pc:docMk/>
            <pc:sldMk cId="2809381948" sldId="331"/>
            <ac:spMk id="30" creationId="{990584E0-7BA6-D3A6-679E-10636E0A52F0}"/>
          </ac:spMkLst>
        </pc:spChg>
        <pc:spChg chg="add mod">
          <ac:chgData name="Pawar, Atharv" userId="77c2a207-967a-41c8-82e9-592defe28d00" providerId="ADAL" clId="{F43BB59C-B739-254E-8E4F-9D9A3B6B93FA}" dt="2026-08-29T16:23:03.542" v="161" actId="20577"/>
          <ac:spMkLst>
            <pc:docMk/>
            <pc:sldMk cId="2809381948" sldId="331"/>
            <ac:spMk id="31" creationId="{C7995B30-80A3-0CFF-650E-8397E1743660}"/>
          </ac:spMkLst>
        </pc:spChg>
        <pc:spChg chg="add mod">
          <ac:chgData name="Pawar, Atharv" userId="77c2a207-967a-41c8-82e9-592defe28d00" providerId="ADAL" clId="{F43BB59C-B739-254E-8E4F-9D9A3B6B93FA}" dt="2026-08-29T16:23:19.122" v="166" actId="1076"/>
          <ac:spMkLst>
            <pc:docMk/>
            <pc:sldMk cId="2809381948" sldId="331"/>
            <ac:spMk id="32" creationId="{4C826C5C-1ED9-C703-2524-9A3AC96D28A3}"/>
          </ac:spMkLst>
        </pc:spChg>
        <pc:spChg chg="add mod">
          <ac:chgData name="Pawar, Atharv" userId="77c2a207-967a-41c8-82e9-592defe28d00" providerId="ADAL" clId="{F43BB59C-B739-254E-8E4F-9D9A3B6B93FA}" dt="2026-08-29T16:23:33.205" v="171" actId="1076"/>
          <ac:spMkLst>
            <pc:docMk/>
            <pc:sldMk cId="2809381948" sldId="331"/>
            <ac:spMk id="33" creationId="{3F0D856A-1353-30EE-3974-BAD70E0D008A}"/>
          </ac:spMkLst>
        </pc:spChg>
        <pc:spChg chg="add mod">
          <ac:chgData name="Pawar, Atharv" userId="77c2a207-967a-41c8-82e9-592defe28d00" providerId="ADAL" clId="{F43BB59C-B739-254E-8E4F-9D9A3B6B93FA}" dt="2026-08-29T16:24:03.022" v="176" actId="255"/>
          <ac:spMkLst>
            <pc:docMk/>
            <pc:sldMk cId="2809381948" sldId="331"/>
            <ac:spMk id="34" creationId="{913054D0-0386-7DFA-ECEB-1C7261439939}"/>
          </ac:spMkLst>
        </pc:spChg>
        <pc:spChg chg="add mod">
          <ac:chgData name="Pawar, Atharv" userId="77c2a207-967a-41c8-82e9-592defe28d00" providerId="ADAL" clId="{F43BB59C-B739-254E-8E4F-9D9A3B6B93FA}" dt="2026-08-29T16:25:47.488" v="215" actId="122"/>
          <ac:spMkLst>
            <pc:docMk/>
            <pc:sldMk cId="2809381948" sldId="331"/>
            <ac:spMk id="35" creationId="{54DF446F-E0A1-2946-F0DB-5972B4EC92A7}"/>
          </ac:spMkLst>
        </pc:spChg>
        <pc:spChg chg="add mod">
          <ac:chgData name="Pawar, Atharv" userId="77c2a207-967a-41c8-82e9-592defe28d00" providerId="ADAL" clId="{F43BB59C-B739-254E-8E4F-9D9A3B6B93FA}" dt="2026-08-29T16:25:25.383" v="208" actId="1076"/>
          <ac:spMkLst>
            <pc:docMk/>
            <pc:sldMk cId="2809381948" sldId="331"/>
            <ac:spMk id="36" creationId="{7F277017-64FF-CDA4-BB95-FB8464C46A86}"/>
          </ac:spMkLst>
        </pc:spChg>
        <pc:spChg chg="add mod">
          <ac:chgData name="Pawar, Atharv" userId="77c2a207-967a-41c8-82e9-592defe28d00" providerId="ADAL" clId="{F43BB59C-B739-254E-8E4F-9D9A3B6B93FA}" dt="2026-08-29T16:27:28.997" v="237" actId="20577"/>
          <ac:spMkLst>
            <pc:docMk/>
            <pc:sldMk cId="2809381948" sldId="331"/>
            <ac:spMk id="37" creationId="{9A5BC867-9E45-B2F8-CE20-850758CC637C}"/>
          </ac:spMkLst>
        </pc:spChg>
        <pc:spChg chg="add mod">
          <ac:chgData name="Pawar, Atharv" userId="77c2a207-967a-41c8-82e9-592defe28d00" providerId="ADAL" clId="{F43BB59C-B739-254E-8E4F-9D9A3B6B93FA}" dt="2026-08-29T16:26:05.484" v="220" actId="14100"/>
          <ac:spMkLst>
            <pc:docMk/>
            <pc:sldMk cId="2809381948" sldId="331"/>
            <ac:spMk id="38" creationId="{3E502620-3BAD-0D63-05E5-60466D36A582}"/>
          </ac:spMkLst>
        </pc:spChg>
        <pc:spChg chg="add mod">
          <ac:chgData name="Pawar, Atharv" userId="77c2a207-967a-41c8-82e9-592defe28d00" providerId="ADAL" clId="{F43BB59C-B739-254E-8E4F-9D9A3B6B93FA}" dt="2026-08-29T16:27:26.569" v="236" actId="20577"/>
          <ac:spMkLst>
            <pc:docMk/>
            <pc:sldMk cId="2809381948" sldId="331"/>
            <ac:spMk id="39" creationId="{E685EA5E-27C1-1633-0F96-130B9F78BFB0}"/>
          </ac:spMkLst>
        </pc:spChg>
        <pc:spChg chg="add mod">
          <ac:chgData name="Pawar, Atharv" userId="77c2a207-967a-41c8-82e9-592defe28d00" providerId="ADAL" clId="{F43BB59C-B739-254E-8E4F-9D9A3B6B93FA}" dt="2026-08-29T16:27:34.073" v="239" actId="14100"/>
          <ac:spMkLst>
            <pc:docMk/>
            <pc:sldMk cId="2809381948" sldId="331"/>
            <ac:spMk id="40" creationId="{C59425A1-0E9C-2ECC-18E1-AFAB05D132C6}"/>
          </ac:spMkLst>
        </pc:spChg>
        <pc:spChg chg="add mod">
          <ac:chgData name="Pawar, Atharv" userId="77c2a207-967a-41c8-82e9-592defe28d00" providerId="ADAL" clId="{F43BB59C-B739-254E-8E4F-9D9A3B6B93FA}" dt="2026-08-29T16:27:49.914" v="242" actId="14100"/>
          <ac:spMkLst>
            <pc:docMk/>
            <pc:sldMk cId="2809381948" sldId="331"/>
            <ac:spMk id="41" creationId="{62BF168C-E2D0-98DC-0F8F-2F86CB8899DA}"/>
          </ac:spMkLst>
        </pc:spChg>
        <pc:spChg chg="add mod">
          <ac:chgData name="Pawar, Atharv" userId="77c2a207-967a-41c8-82e9-592defe28d00" providerId="ADAL" clId="{F43BB59C-B739-254E-8E4F-9D9A3B6B93FA}" dt="2026-08-29T16:28:16.184" v="248" actId="1076"/>
          <ac:spMkLst>
            <pc:docMk/>
            <pc:sldMk cId="2809381948" sldId="331"/>
            <ac:spMk id="42" creationId="{56AF6DFC-4DA9-8E3E-4011-6D60977A3BCA}"/>
          </ac:spMkLst>
        </pc:spChg>
        <pc:spChg chg="add mod">
          <ac:chgData name="Pawar, Atharv" userId="77c2a207-967a-41c8-82e9-592defe28d00" providerId="ADAL" clId="{F43BB59C-B739-254E-8E4F-9D9A3B6B93FA}" dt="2026-08-29T16:28:35.104" v="255" actId="20577"/>
          <ac:spMkLst>
            <pc:docMk/>
            <pc:sldMk cId="2809381948" sldId="331"/>
            <ac:spMk id="43" creationId="{10E07B6F-EAF7-4E78-1CCF-2BA25CB0390D}"/>
          </ac:spMkLst>
        </pc:spChg>
        <pc:spChg chg="add mod">
          <ac:chgData name="Pawar, Atharv" userId="77c2a207-967a-41c8-82e9-592defe28d00" providerId="ADAL" clId="{F43BB59C-B739-254E-8E4F-9D9A3B6B93FA}" dt="2026-08-29T16:34:37.789" v="344" actId="14100"/>
          <ac:spMkLst>
            <pc:docMk/>
            <pc:sldMk cId="2809381948" sldId="331"/>
            <ac:spMk id="44" creationId="{BD9429FD-A634-142C-4CA5-F5962B0C1BCB}"/>
          </ac:spMkLst>
        </pc:spChg>
        <pc:spChg chg="add mod">
          <ac:chgData name="Pawar, Atharv" userId="77c2a207-967a-41c8-82e9-592defe28d00" providerId="ADAL" clId="{F43BB59C-B739-254E-8E4F-9D9A3B6B93FA}" dt="2026-08-29T16:30:56.162" v="265" actId="14100"/>
          <ac:spMkLst>
            <pc:docMk/>
            <pc:sldMk cId="2809381948" sldId="331"/>
            <ac:spMk id="45" creationId="{4C4DE2E3-65DD-FDDF-B87A-B04EF067D542}"/>
          </ac:spMkLst>
        </pc:spChg>
        <pc:spChg chg="add mod">
          <ac:chgData name="Pawar, Atharv" userId="77c2a207-967a-41c8-82e9-592defe28d00" providerId="ADAL" clId="{F43BB59C-B739-254E-8E4F-9D9A3B6B93FA}" dt="2026-08-29T16:33:00.096" v="301" actId="14100"/>
          <ac:spMkLst>
            <pc:docMk/>
            <pc:sldMk cId="2809381948" sldId="331"/>
            <ac:spMk id="46" creationId="{85E01BA8-AA62-5C13-F601-ACE5D97D91AF}"/>
          </ac:spMkLst>
        </pc:spChg>
        <pc:spChg chg="add mod">
          <ac:chgData name="Pawar, Atharv" userId="77c2a207-967a-41c8-82e9-592defe28d00" providerId="ADAL" clId="{F43BB59C-B739-254E-8E4F-9D9A3B6B93FA}" dt="2026-08-29T16:35:29.526" v="352" actId="1076"/>
          <ac:spMkLst>
            <pc:docMk/>
            <pc:sldMk cId="2809381948" sldId="331"/>
            <ac:spMk id="47" creationId="{89DAB80C-C0B2-2855-3671-71BC296CD3AD}"/>
          </ac:spMkLst>
        </pc:spChg>
        <pc:spChg chg="add mod">
          <ac:chgData name="Pawar, Atharv" userId="77c2a207-967a-41c8-82e9-592defe28d00" providerId="ADAL" clId="{F43BB59C-B739-254E-8E4F-9D9A3B6B93FA}" dt="2026-08-29T16:34:34.824" v="343" actId="1038"/>
          <ac:spMkLst>
            <pc:docMk/>
            <pc:sldMk cId="2809381948" sldId="331"/>
            <ac:spMk id="48" creationId="{8A9912E6-A3BB-C4FB-644E-F6EA24C619DD}"/>
          </ac:spMkLst>
        </pc:spChg>
        <pc:spChg chg="add mod">
          <ac:chgData name="Pawar, Atharv" userId="77c2a207-967a-41c8-82e9-592defe28d00" providerId="ADAL" clId="{F43BB59C-B739-254E-8E4F-9D9A3B6B93FA}" dt="2026-08-29T16:31:29.745" v="275" actId="255"/>
          <ac:spMkLst>
            <pc:docMk/>
            <pc:sldMk cId="2809381948" sldId="331"/>
            <ac:spMk id="49" creationId="{25E082D9-FD8F-B03E-7388-D0CB4636BE81}"/>
          </ac:spMkLst>
        </pc:spChg>
        <pc:spChg chg="add mod">
          <ac:chgData name="Pawar, Atharv" userId="77c2a207-967a-41c8-82e9-592defe28d00" providerId="ADAL" clId="{F43BB59C-B739-254E-8E4F-9D9A3B6B93FA}" dt="2026-08-29T16:35:29.526" v="352" actId="1076"/>
          <ac:spMkLst>
            <pc:docMk/>
            <pc:sldMk cId="2809381948" sldId="331"/>
            <ac:spMk id="50" creationId="{D4885BCE-E0A1-D9D7-E37D-A5DBCF4C0AAB}"/>
          </ac:spMkLst>
        </pc:spChg>
        <pc:spChg chg="add mod">
          <ac:chgData name="Pawar, Atharv" userId="77c2a207-967a-41c8-82e9-592defe28d00" providerId="ADAL" clId="{F43BB59C-B739-254E-8E4F-9D9A3B6B93FA}" dt="2026-08-29T16:34:34.824" v="343" actId="1038"/>
          <ac:spMkLst>
            <pc:docMk/>
            <pc:sldMk cId="2809381948" sldId="331"/>
            <ac:spMk id="51" creationId="{DC8200A8-714A-70B2-042B-5F79DB0DAA09}"/>
          </ac:spMkLst>
        </pc:spChg>
        <pc:spChg chg="add mod">
          <ac:chgData name="Pawar, Atharv" userId="77c2a207-967a-41c8-82e9-592defe28d00" providerId="ADAL" clId="{F43BB59C-B739-254E-8E4F-9D9A3B6B93FA}" dt="2026-08-29T16:32:21.859" v="291" actId="20577"/>
          <ac:spMkLst>
            <pc:docMk/>
            <pc:sldMk cId="2809381948" sldId="331"/>
            <ac:spMk id="52" creationId="{90D6862D-ABAF-22A1-6F12-4379AB79C235}"/>
          </ac:spMkLst>
        </pc:spChg>
        <pc:spChg chg="add mod">
          <ac:chgData name="Pawar, Atharv" userId="77c2a207-967a-41c8-82e9-592defe28d00" providerId="ADAL" clId="{F43BB59C-B739-254E-8E4F-9D9A3B6B93FA}" dt="2026-08-29T16:35:29.526" v="352" actId="1076"/>
          <ac:spMkLst>
            <pc:docMk/>
            <pc:sldMk cId="2809381948" sldId="331"/>
            <ac:spMk id="53" creationId="{E91CFE10-F3C0-57F1-387B-CC78B53A4FAD}"/>
          </ac:spMkLst>
        </pc:spChg>
        <pc:spChg chg="add mod">
          <ac:chgData name="Pawar, Atharv" userId="77c2a207-967a-41c8-82e9-592defe28d00" providerId="ADAL" clId="{F43BB59C-B739-254E-8E4F-9D9A3B6B93FA}" dt="2026-08-29T16:34:34.824" v="343" actId="1038"/>
          <ac:spMkLst>
            <pc:docMk/>
            <pc:sldMk cId="2809381948" sldId="331"/>
            <ac:spMk id="54" creationId="{EDCFDFAB-F465-AFD4-5DBA-F3DAB7F4EA2F}"/>
          </ac:spMkLst>
        </pc:spChg>
        <pc:spChg chg="add mod">
          <ac:chgData name="Pawar, Atharv" userId="77c2a207-967a-41c8-82e9-592defe28d00" providerId="ADAL" clId="{F43BB59C-B739-254E-8E4F-9D9A3B6B93FA}" dt="2026-08-29T16:34:40.240" v="345" actId="14100"/>
          <ac:spMkLst>
            <pc:docMk/>
            <pc:sldMk cId="2809381948" sldId="331"/>
            <ac:spMk id="55" creationId="{1B871B2D-3C42-E291-9E8C-C3D4E90F1D72}"/>
          </ac:spMkLst>
        </pc:spChg>
        <pc:spChg chg="add mod">
          <ac:chgData name="Pawar, Atharv" userId="77c2a207-967a-41c8-82e9-592defe28d00" providerId="ADAL" clId="{F43BB59C-B739-254E-8E4F-9D9A3B6B93FA}" dt="2026-08-29T16:33:49.645" v="318" actId="1076"/>
          <ac:spMkLst>
            <pc:docMk/>
            <pc:sldMk cId="2809381948" sldId="331"/>
            <ac:spMk id="56" creationId="{6146979E-2278-90EF-7CA6-08C17466A1CF}"/>
          </ac:spMkLst>
        </pc:spChg>
        <pc:spChg chg="add mod">
          <ac:chgData name="Pawar, Atharv" userId="77c2a207-967a-41c8-82e9-592defe28d00" providerId="ADAL" clId="{F43BB59C-B739-254E-8E4F-9D9A3B6B93FA}" dt="2026-08-29T16:37:05.919" v="380" actId="255"/>
          <ac:spMkLst>
            <pc:docMk/>
            <pc:sldMk cId="2809381948" sldId="331"/>
            <ac:spMk id="57" creationId="{A7890655-BE0A-6870-11F9-961143A2CE61}"/>
          </ac:spMkLst>
        </pc:spChg>
        <pc:spChg chg="add mod">
          <ac:chgData name="Pawar, Atharv" userId="77c2a207-967a-41c8-82e9-592defe28d00" providerId="ADAL" clId="{F43BB59C-B739-254E-8E4F-9D9A3B6B93FA}" dt="2026-08-29T16:36:03.793" v="355" actId="255"/>
          <ac:spMkLst>
            <pc:docMk/>
            <pc:sldMk cId="2809381948" sldId="331"/>
            <ac:spMk id="58" creationId="{DD7F1E14-5CBE-0DD7-3DE1-018D8B306D18}"/>
          </ac:spMkLst>
        </pc:spChg>
        <pc:spChg chg="del">
          <ac:chgData name="Pawar, Atharv" userId="77c2a207-967a-41c8-82e9-592defe28d00" providerId="ADAL" clId="{F43BB59C-B739-254E-8E4F-9D9A3B6B93FA}" dt="2026-08-29T16:24:25.476" v="181" actId="478"/>
          <ac:spMkLst>
            <pc:docMk/>
            <pc:sldMk cId="2809381948" sldId="331"/>
            <ac:spMk id="59" creationId="{5E9EEEA6-A346-4B07-3C80-01F94B8A6D65}"/>
          </ac:spMkLst>
        </pc:spChg>
        <pc:spChg chg="del">
          <ac:chgData name="Pawar, Atharv" userId="77c2a207-967a-41c8-82e9-592defe28d00" providerId="ADAL" clId="{F43BB59C-B739-254E-8E4F-9D9A3B6B93FA}" dt="2026-08-29T16:24:26.365" v="182" actId="478"/>
          <ac:spMkLst>
            <pc:docMk/>
            <pc:sldMk cId="2809381948" sldId="331"/>
            <ac:spMk id="60" creationId="{176B5F73-BD38-8041-5834-A5C18EF910C1}"/>
          </ac:spMkLst>
        </pc:spChg>
        <pc:spChg chg="del">
          <ac:chgData name="Pawar, Atharv" userId="77c2a207-967a-41c8-82e9-592defe28d00" providerId="ADAL" clId="{F43BB59C-B739-254E-8E4F-9D9A3B6B93FA}" dt="2026-08-29T16:24:24.148" v="180" actId="478"/>
          <ac:spMkLst>
            <pc:docMk/>
            <pc:sldMk cId="2809381948" sldId="331"/>
            <ac:spMk id="61" creationId="{931D30C9-805D-C8D8-04FC-F8AD63ADF94E}"/>
          </ac:spMkLst>
        </pc:spChg>
        <pc:spChg chg="del">
          <ac:chgData name="Pawar, Atharv" userId="77c2a207-967a-41c8-82e9-592defe28d00" providerId="ADAL" clId="{F43BB59C-B739-254E-8E4F-9D9A3B6B93FA}" dt="2026-08-29T16:24:24.148" v="180" actId="478"/>
          <ac:spMkLst>
            <pc:docMk/>
            <pc:sldMk cId="2809381948" sldId="331"/>
            <ac:spMk id="62" creationId="{6BB78285-39E7-CAD8-44D5-E646E3C813B7}"/>
          </ac:spMkLst>
        </pc:spChg>
        <pc:spChg chg="add mod">
          <ac:chgData name="Pawar, Atharv" userId="77c2a207-967a-41c8-82e9-592defe28d00" providerId="ADAL" clId="{F43BB59C-B739-254E-8E4F-9D9A3B6B93FA}" dt="2026-08-29T16:37:08.886" v="381" actId="255"/>
          <ac:spMkLst>
            <pc:docMk/>
            <pc:sldMk cId="2809381948" sldId="331"/>
            <ac:spMk id="65" creationId="{0BFA5AE2-099B-B0F1-1CD6-985F2B8B8BCF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66" creationId="{B7EF9D7A-F2CE-A295-4079-E694C44B0C5A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68" creationId="{B606E0B6-1C4D-0C68-B3A1-6713CFBBA97D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69" creationId="{7301080D-AC0D-FF54-5B21-E1D7E8FE2DAA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0" creationId="{47508CAC-0F4B-7323-810C-3F8F4BFCDCBC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1" creationId="{60DDC734-36A8-D882-1C36-7445E880A37E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2" creationId="{A736A097-732C-E61A-BEF7-2D5CDB97927D}"/>
          </ac:spMkLst>
        </pc:spChg>
        <pc:spChg chg="del">
          <ac:chgData name="Pawar, Atharv" userId="77c2a207-967a-41c8-82e9-592defe28d00" providerId="ADAL" clId="{F43BB59C-B739-254E-8E4F-9D9A3B6B93FA}" dt="2026-08-29T16:28:48.219" v="258" actId="478"/>
          <ac:spMkLst>
            <pc:docMk/>
            <pc:sldMk cId="2809381948" sldId="331"/>
            <ac:spMk id="74" creationId="{452D2106-9E4A-C381-E3DC-8642C65F0AFF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5" creationId="{5430599E-AE01-633B-F22F-D8DE7D79BFEE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7" creationId="{1EE171D5-81FA-5222-A0CE-527279A2B32C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78" creationId="{A8412B79-A59F-EAF8-2886-D239E00A76B5}"/>
          </ac:spMkLst>
        </pc:spChg>
        <pc:spChg chg="del">
          <ac:chgData name="Pawar, Atharv" userId="77c2a207-967a-41c8-82e9-592defe28d00" providerId="ADAL" clId="{F43BB59C-B739-254E-8E4F-9D9A3B6B93FA}" dt="2026-08-29T16:24:22.140" v="179" actId="478"/>
          <ac:spMkLst>
            <pc:docMk/>
            <pc:sldMk cId="2809381948" sldId="331"/>
            <ac:spMk id="81" creationId="{912BD8B2-EF9B-49C4-414A-51D32BC6C15E}"/>
          </ac:spMkLst>
        </pc:spChg>
        <pc:spChg chg="add mod">
          <ac:chgData name="Pawar, Atharv" userId="77c2a207-967a-41c8-82e9-592defe28d00" providerId="ADAL" clId="{F43BB59C-B739-254E-8E4F-9D9A3B6B93FA}" dt="2026-08-29T16:36:07.884" v="356" actId="255"/>
          <ac:spMkLst>
            <pc:docMk/>
            <pc:sldMk cId="2809381948" sldId="331"/>
            <ac:spMk id="82" creationId="{14629D76-4E2B-313E-D466-11A5DCADC8A6}"/>
          </ac:spMkLst>
        </pc:spChg>
        <pc:spChg chg="add mod">
          <ac:chgData name="Pawar, Atharv" userId="77c2a207-967a-41c8-82e9-592defe28d00" providerId="ADAL" clId="{F43BB59C-B739-254E-8E4F-9D9A3B6B93FA}" dt="2026-08-29T16:37:11.892" v="382" actId="255"/>
          <ac:spMkLst>
            <pc:docMk/>
            <pc:sldMk cId="2809381948" sldId="331"/>
            <ac:spMk id="83" creationId="{269BEBD4-B9C7-9725-1542-0C2FAA9AB740}"/>
          </ac:spMkLst>
        </pc:spChg>
        <pc:spChg chg="add mod">
          <ac:chgData name="Pawar, Atharv" userId="77c2a207-967a-41c8-82e9-592defe28d00" providerId="ADAL" clId="{F43BB59C-B739-254E-8E4F-9D9A3B6B93FA}" dt="2026-08-29T16:36:11.341" v="357" actId="255"/>
          <ac:spMkLst>
            <pc:docMk/>
            <pc:sldMk cId="2809381948" sldId="331"/>
            <ac:spMk id="84" creationId="{7EF7A515-4D5B-03E4-627A-7EBE2B7EE9D8}"/>
          </ac:spMkLst>
        </pc:spChg>
        <pc:spChg chg="add mod">
          <ac:chgData name="Pawar, Atharv" userId="77c2a207-967a-41c8-82e9-592defe28d00" providerId="ADAL" clId="{F43BB59C-B739-254E-8E4F-9D9A3B6B93FA}" dt="2026-08-29T16:37:17.051" v="384" actId="14100"/>
          <ac:spMkLst>
            <pc:docMk/>
            <pc:sldMk cId="2809381948" sldId="331"/>
            <ac:spMk id="85" creationId="{CAE7F45C-461F-1D92-CDF4-5E8D2305B72B}"/>
          </ac:spMkLst>
        </pc:spChg>
        <pc:spChg chg="add mod">
          <ac:chgData name="Pawar, Atharv" userId="77c2a207-967a-41c8-82e9-592defe28d00" providerId="ADAL" clId="{F43BB59C-B739-254E-8E4F-9D9A3B6B93FA}" dt="2026-08-29T16:36:17.811" v="358" actId="255"/>
          <ac:spMkLst>
            <pc:docMk/>
            <pc:sldMk cId="2809381948" sldId="331"/>
            <ac:spMk id="86" creationId="{9061D507-7D5D-2E0C-468C-E27DF1F80DCB}"/>
          </ac:spMkLst>
        </pc:spChg>
        <pc:spChg chg="add mod">
          <ac:chgData name="Pawar, Atharv" userId="77c2a207-967a-41c8-82e9-592defe28d00" providerId="ADAL" clId="{F43BB59C-B739-254E-8E4F-9D9A3B6B93FA}" dt="2026-08-29T16:37:19.932" v="385" actId="255"/>
          <ac:spMkLst>
            <pc:docMk/>
            <pc:sldMk cId="2809381948" sldId="331"/>
            <ac:spMk id="87" creationId="{E8AE1A56-6124-20A0-7FAC-93D936E287A2}"/>
          </ac:spMkLst>
        </pc:spChg>
        <pc:spChg chg="add mod">
          <ac:chgData name="Pawar, Atharv" userId="77c2a207-967a-41c8-82e9-592defe28d00" providerId="ADAL" clId="{F43BB59C-B739-254E-8E4F-9D9A3B6B93FA}" dt="2026-08-29T16:36:44.425" v="376" actId="255"/>
          <ac:spMkLst>
            <pc:docMk/>
            <pc:sldMk cId="2809381948" sldId="331"/>
            <ac:spMk id="88" creationId="{5BAEFA88-860B-BB83-E50E-7024C958E340}"/>
          </ac:spMkLst>
        </pc:spChg>
        <pc:spChg chg="add mod">
          <ac:chgData name="Pawar, Atharv" userId="77c2a207-967a-41c8-82e9-592defe28d00" providerId="ADAL" clId="{F43BB59C-B739-254E-8E4F-9D9A3B6B93FA}" dt="2026-08-29T16:37:22.895" v="386" actId="255"/>
          <ac:spMkLst>
            <pc:docMk/>
            <pc:sldMk cId="2809381948" sldId="331"/>
            <ac:spMk id="89" creationId="{9C51D211-73DF-6981-CE49-80B5575FEE15}"/>
          </ac:spMkLst>
        </pc:spChg>
        <pc:spChg chg="add mod">
          <ac:chgData name="Pawar, Atharv" userId="77c2a207-967a-41c8-82e9-592defe28d00" providerId="ADAL" clId="{F43BB59C-B739-254E-8E4F-9D9A3B6B93FA}" dt="2026-08-29T16:37:27.463" v="387" actId="1076"/>
          <ac:spMkLst>
            <pc:docMk/>
            <pc:sldMk cId="2809381948" sldId="331"/>
            <ac:spMk id="90" creationId="{86F9DBDA-D6EA-B444-D4B0-885DA143FFBC}"/>
          </ac:spMkLst>
        </pc:spChg>
        <pc:spChg chg="add mod">
          <ac:chgData name="Pawar, Atharv" userId="77c2a207-967a-41c8-82e9-592defe28d00" providerId="ADAL" clId="{F43BB59C-B739-254E-8E4F-9D9A3B6B93FA}" dt="2026-08-29T16:38:47.005" v="407" actId="1076"/>
          <ac:spMkLst>
            <pc:docMk/>
            <pc:sldMk cId="2809381948" sldId="331"/>
            <ac:spMk id="91" creationId="{F7CD6F60-4FE6-DE7B-678D-4ABA12228A85}"/>
          </ac:spMkLst>
        </pc:spChg>
        <pc:spChg chg="add mod">
          <ac:chgData name="Pawar, Atharv" userId="77c2a207-967a-41c8-82e9-592defe28d00" providerId="ADAL" clId="{F43BB59C-B739-254E-8E4F-9D9A3B6B93FA}" dt="2026-08-29T16:38:51.977" v="408" actId="1076"/>
          <ac:spMkLst>
            <pc:docMk/>
            <pc:sldMk cId="2809381948" sldId="331"/>
            <ac:spMk id="92" creationId="{56B69622-628A-9AAA-70C2-6B789AB2CE13}"/>
          </ac:spMkLst>
        </pc:spChg>
      </pc:sldChg>
      <pc:sldChg chg="addSp delSp modSp add mod">
        <pc:chgData name="Pawar, Atharv" userId="77c2a207-967a-41c8-82e9-592defe28d00" providerId="ADAL" clId="{F43BB59C-B739-254E-8E4F-9D9A3B6B93FA}" dt="2026-08-29T17:31:38.410" v="756" actId="1076"/>
        <pc:sldMkLst>
          <pc:docMk/>
          <pc:sldMk cId="1096719315" sldId="332"/>
        </pc:sldMkLst>
        <pc:spChg chg="mod">
          <ac:chgData name="Pawar, Atharv" userId="77c2a207-967a-41c8-82e9-592defe28d00" providerId="ADAL" clId="{F43BB59C-B739-254E-8E4F-9D9A3B6B93FA}" dt="2026-08-29T16:40:51.364" v="417" actId="1076"/>
          <ac:spMkLst>
            <pc:docMk/>
            <pc:sldMk cId="1096719315" sldId="332"/>
            <ac:spMk id="2" creationId="{1E82F08F-B310-7FB8-012A-C78486599595}"/>
          </ac:spMkLst>
        </pc:spChg>
        <pc:spChg chg="add mod">
          <ac:chgData name="Pawar, Atharv" userId="77c2a207-967a-41c8-82e9-592defe28d00" providerId="ADAL" clId="{F43BB59C-B739-254E-8E4F-9D9A3B6B93FA}" dt="2026-08-29T16:41:10.055" v="420" actId="14100"/>
          <ac:spMkLst>
            <pc:docMk/>
            <pc:sldMk cId="1096719315" sldId="332"/>
            <ac:spMk id="3" creationId="{37A8BFA1-7670-CACA-49BC-C0C87D2AFF07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4" creationId="{02B268CE-9ABB-211F-C446-18F8EBA2B917}"/>
          </ac:spMkLst>
        </pc:spChg>
        <pc:spChg chg="add mod">
          <ac:chgData name="Pawar, Atharv" userId="77c2a207-967a-41c8-82e9-592defe28d00" providerId="ADAL" clId="{F43BB59C-B739-254E-8E4F-9D9A3B6B93FA}" dt="2026-08-29T16:41:01.255" v="419" actId="1076"/>
          <ac:spMkLst>
            <pc:docMk/>
            <pc:sldMk cId="1096719315" sldId="332"/>
            <ac:spMk id="6" creationId="{750810F3-B089-68C0-C278-E92630471177}"/>
          </ac:spMkLst>
        </pc:spChg>
        <pc:spChg chg="add mod">
          <ac:chgData name="Pawar, Atharv" userId="77c2a207-967a-41c8-82e9-592defe28d00" providerId="ADAL" clId="{F43BB59C-B739-254E-8E4F-9D9A3B6B93FA}" dt="2026-08-29T16:41:48.634" v="430" actId="1076"/>
          <ac:spMkLst>
            <pc:docMk/>
            <pc:sldMk cId="1096719315" sldId="332"/>
            <ac:spMk id="7" creationId="{4E242CA8-DD3A-B787-2A76-D4F37CEA7583}"/>
          </ac:spMkLst>
        </pc:spChg>
        <pc:spChg chg="add del mod">
          <ac:chgData name="Pawar, Atharv" userId="77c2a207-967a-41c8-82e9-592defe28d00" providerId="ADAL" clId="{F43BB59C-B739-254E-8E4F-9D9A3B6B93FA}" dt="2026-08-29T16:41:50.031" v="432"/>
          <ac:spMkLst>
            <pc:docMk/>
            <pc:sldMk cId="1096719315" sldId="332"/>
            <ac:spMk id="8" creationId="{CE8A4DC9-16EE-E457-2725-8649943AC0DF}"/>
          </ac:spMkLst>
        </pc:spChg>
        <pc:spChg chg="add mod">
          <ac:chgData name="Pawar, Atharv" userId="77c2a207-967a-41c8-82e9-592defe28d00" providerId="ADAL" clId="{F43BB59C-B739-254E-8E4F-9D9A3B6B93FA}" dt="2026-08-29T16:41:28.253" v="426" actId="14100"/>
          <ac:spMkLst>
            <pc:docMk/>
            <pc:sldMk cId="1096719315" sldId="332"/>
            <ac:spMk id="9" creationId="{C14198BD-1BAD-E726-FFAC-B4A2EFD70799}"/>
          </ac:spMkLst>
        </pc:spChg>
        <pc:spChg chg="add mod">
          <ac:chgData name="Pawar, Atharv" userId="77c2a207-967a-41c8-82e9-592defe28d00" providerId="ADAL" clId="{F43BB59C-B739-254E-8E4F-9D9A3B6B93FA}" dt="2026-08-29T16:42:28.222" v="441" actId="1076"/>
          <ac:spMkLst>
            <pc:docMk/>
            <pc:sldMk cId="1096719315" sldId="332"/>
            <ac:spMk id="10" creationId="{370D1B4B-9ADB-684B-45A7-9F78035622F3}"/>
          </ac:spMkLst>
        </pc:spChg>
        <pc:spChg chg="add mod">
          <ac:chgData name="Pawar, Atharv" userId="77c2a207-967a-41c8-82e9-592defe28d00" providerId="ADAL" clId="{F43BB59C-B739-254E-8E4F-9D9A3B6B93FA}" dt="2026-08-29T16:42:20.388" v="440" actId="1076"/>
          <ac:spMkLst>
            <pc:docMk/>
            <pc:sldMk cId="1096719315" sldId="332"/>
            <ac:spMk id="11" creationId="{4733F3D8-8768-F28B-2F27-19C3AE202FAD}"/>
          </ac:spMkLst>
        </pc:spChg>
        <pc:spChg chg="add mod">
          <ac:chgData name="Pawar, Atharv" userId="77c2a207-967a-41c8-82e9-592defe28d00" providerId="ADAL" clId="{F43BB59C-B739-254E-8E4F-9D9A3B6B93FA}" dt="2026-08-29T16:42:34.903" v="443" actId="1076"/>
          <ac:spMkLst>
            <pc:docMk/>
            <pc:sldMk cId="1096719315" sldId="332"/>
            <ac:spMk id="12" creationId="{C48FABFC-2E40-E39A-5A33-99DC3D771F2A}"/>
          </ac:spMkLst>
        </pc:spChg>
        <pc:spChg chg="add mod">
          <ac:chgData name="Pawar, Atharv" userId="77c2a207-967a-41c8-82e9-592defe28d00" providerId="ADAL" clId="{F43BB59C-B739-254E-8E4F-9D9A3B6B93FA}" dt="2026-08-29T16:42:34.903" v="443" actId="1076"/>
          <ac:spMkLst>
            <pc:docMk/>
            <pc:sldMk cId="1096719315" sldId="332"/>
            <ac:spMk id="13" creationId="{D1052583-F6BE-8D30-69C8-7B4610278715}"/>
          </ac:spMkLst>
        </pc:spChg>
        <pc:spChg chg="add mod">
          <ac:chgData name="Pawar, Atharv" userId="77c2a207-967a-41c8-82e9-592defe28d00" providerId="ADAL" clId="{F43BB59C-B739-254E-8E4F-9D9A3B6B93FA}" dt="2026-08-29T16:42:37.489" v="445" actId="1076"/>
          <ac:spMkLst>
            <pc:docMk/>
            <pc:sldMk cId="1096719315" sldId="332"/>
            <ac:spMk id="14" creationId="{331C242F-3275-94F4-99A9-3499A3A9BAA7}"/>
          </ac:spMkLst>
        </pc:spChg>
        <pc:spChg chg="add mod">
          <ac:chgData name="Pawar, Atharv" userId="77c2a207-967a-41c8-82e9-592defe28d00" providerId="ADAL" clId="{F43BB59C-B739-254E-8E4F-9D9A3B6B93FA}" dt="2026-08-29T16:42:37.489" v="445" actId="1076"/>
          <ac:spMkLst>
            <pc:docMk/>
            <pc:sldMk cId="1096719315" sldId="332"/>
            <ac:spMk id="15" creationId="{8F2B6FC2-D80C-8A83-A0A3-2A4E4135F393}"/>
          </ac:spMkLst>
        </pc:spChg>
        <pc:spChg chg="add mod">
          <ac:chgData name="Pawar, Atharv" userId="77c2a207-967a-41c8-82e9-592defe28d00" providerId="ADAL" clId="{F43BB59C-B739-254E-8E4F-9D9A3B6B93FA}" dt="2026-08-29T16:42:49.636" v="448" actId="255"/>
          <ac:spMkLst>
            <pc:docMk/>
            <pc:sldMk cId="1096719315" sldId="332"/>
            <ac:spMk id="16" creationId="{72CA1C37-42C8-E08B-0C14-2A9D5A0C3F33}"/>
          </ac:spMkLst>
        </pc:spChg>
        <pc:spChg chg="add mod">
          <ac:chgData name="Pawar, Atharv" userId="77c2a207-967a-41c8-82e9-592defe28d00" providerId="ADAL" clId="{F43BB59C-B739-254E-8E4F-9D9A3B6B93FA}" dt="2026-08-29T16:43:02.742" v="451" actId="255"/>
          <ac:spMkLst>
            <pc:docMk/>
            <pc:sldMk cId="1096719315" sldId="332"/>
            <ac:spMk id="17" creationId="{1902E70E-BC81-9538-49B5-4321F1ECCA79}"/>
          </ac:spMkLst>
        </pc:spChg>
        <pc:spChg chg="add mod">
          <ac:chgData name="Pawar, Atharv" userId="77c2a207-967a-41c8-82e9-592defe28d00" providerId="ADAL" clId="{F43BB59C-B739-254E-8E4F-9D9A3B6B93FA}" dt="2026-08-29T16:43:14.974" v="454" actId="255"/>
          <ac:spMkLst>
            <pc:docMk/>
            <pc:sldMk cId="1096719315" sldId="332"/>
            <ac:spMk id="18" creationId="{0CB946C5-2445-CCE2-801F-2FCD024D3EBF}"/>
          </ac:spMkLst>
        </pc:spChg>
        <pc:spChg chg="add mod">
          <ac:chgData name="Pawar, Atharv" userId="77c2a207-967a-41c8-82e9-592defe28d00" providerId="ADAL" clId="{F43BB59C-B739-254E-8E4F-9D9A3B6B93FA}" dt="2026-08-29T16:43:26.572" v="457" actId="255"/>
          <ac:spMkLst>
            <pc:docMk/>
            <pc:sldMk cId="1096719315" sldId="332"/>
            <ac:spMk id="19" creationId="{03953022-BB6E-2C39-692A-47F77900DC7F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20" creationId="{6A0F9EF5-2C4B-587D-772D-FAC1319B4E9B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27" creationId="{CE4B9A7A-72BD-3DF7-5173-A55DC86A0FC8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30" creationId="{5363F43A-B057-A2C8-22FF-7BB222B0C1C1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41" creationId="{56B082FB-9BA7-452A-B6A4-C26468EB7D26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47" creationId="{7C18873A-2D2D-37B9-B25B-3B5B05F1FD76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58" creationId="{F4F147F9-92A3-F651-8CDA-E0A22461DF5F}"/>
          </ac:spMkLst>
        </pc:spChg>
        <pc:spChg chg="add mod">
          <ac:chgData name="Pawar, Atharv" userId="77c2a207-967a-41c8-82e9-592defe28d00" providerId="ADAL" clId="{F43BB59C-B739-254E-8E4F-9D9A3B6B93FA}" dt="2026-08-29T16:43:38.632" v="460" actId="255"/>
          <ac:spMkLst>
            <pc:docMk/>
            <pc:sldMk cId="1096719315" sldId="332"/>
            <ac:spMk id="59" creationId="{3068B96E-6215-E36A-5C9A-1F4F32CD3A3A}"/>
          </ac:spMkLst>
        </pc:spChg>
        <pc:spChg chg="add mod">
          <ac:chgData name="Pawar, Atharv" userId="77c2a207-967a-41c8-82e9-592defe28d00" providerId="ADAL" clId="{F43BB59C-B739-254E-8E4F-9D9A3B6B93FA}" dt="2026-08-29T16:43:49.823" v="463" actId="255"/>
          <ac:spMkLst>
            <pc:docMk/>
            <pc:sldMk cId="1096719315" sldId="332"/>
            <ac:spMk id="60" creationId="{AB2FE9E8-E375-D941-5A28-CACBB748B740}"/>
          </ac:spMkLst>
        </pc:spChg>
        <pc:spChg chg="add mod">
          <ac:chgData name="Pawar, Atharv" userId="77c2a207-967a-41c8-82e9-592defe28d00" providerId="ADAL" clId="{F43BB59C-B739-254E-8E4F-9D9A3B6B93FA}" dt="2026-08-29T16:44:11.595" v="470" actId="1076"/>
          <ac:spMkLst>
            <pc:docMk/>
            <pc:sldMk cId="1096719315" sldId="332"/>
            <ac:spMk id="61" creationId="{77E96246-A662-BBEA-A345-3A0AC1B9DADF}"/>
          </ac:spMkLst>
        </pc:spChg>
        <pc:spChg chg="add mod">
          <ac:chgData name="Pawar, Atharv" userId="77c2a207-967a-41c8-82e9-592defe28d00" providerId="ADAL" clId="{F43BB59C-B739-254E-8E4F-9D9A3B6B93FA}" dt="2026-08-29T16:44:43.741" v="508" actId="1076"/>
          <ac:spMkLst>
            <pc:docMk/>
            <pc:sldMk cId="1096719315" sldId="332"/>
            <ac:spMk id="62" creationId="{502AD99D-9083-AB48-CDC5-765140888B7F}"/>
          </ac:spMkLst>
        </pc:spChg>
        <pc:spChg chg="add mod">
          <ac:chgData name="Pawar, Atharv" userId="77c2a207-967a-41c8-82e9-592defe28d00" providerId="ADAL" clId="{F43BB59C-B739-254E-8E4F-9D9A3B6B93FA}" dt="2026-08-29T16:45:02.217" v="512" actId="14100"/>
          <ac:spMkLst>
            <pc:docMk/>
            <pc:sldMk cId="1096719315" sldId="332"/>
            <ac:spMk id="63" creationId="{A6409EAB-2B3A-CD47-0F5C-7F91D54FA48D}"/>
          </ac:spMkLst>
        </pc:spChg>
        <pc:spChg chg="add mod">
          <ac:chgData name="Pawar, Atharv" userId="77c2a207-967a-41c8-82e9-592defe28d00" providerId="ADAL" clId="{F43BB59C-B739-254E-8E4F-9D9A3B6B93FA}" dt="2026-08-29T17:14:51.894" v="517" actId="1076"/>
          <ac:spMkLst>
            <pc:docMk/>
            <pc:sldMk cId="1096719315" sldId="332"/>
            <ac:spMk id="64" creationId="{EF20156D-8F6C-D7C4-389D-6023F27632F9}"/>
          </ac:spMkLst>
        </pc:spChg>
        <pc:spChg chg="add mod">
          <ac:chgData name="Pawar, Atharv" userId="77c2a207-967a-41c8-82e9-592defe28d00" providerId="ADAL" clId="{F43BB59C-B739-254E-8E4F-9D9A3B6B93FA}" dt="2026-08-29T17:15:08.565" v="522" actId="1076"/>
          <ac:spMkLst>
            <pc:docMk/>
            <pc:sldMk cId="1096719315" sldId="332"/>
            <ac:spMk id="66" creationId="{CBE9AE5F-8971-DD90-F52A-707CB752E45E}"/>
          </ac:spMkLst>
        </pc:spChg>
        <pc:spChg chg="add del mod">
          <ac:chgData name="Pawar, Atharv" userId="77c2a207-967a-41c8-82e9-592defe28d00" providerId="ADAL" clId="{F43BB59C-B739-254E-8E4F-9D9A3B6B93FA}" dt="2026-08-29T17:15:17.164" v="524" actId="478"/>
          <ac:spMkLst>
            <pc:docMk/>
            <pc:sldMk cId="1096719315" sldId="332"/>
            <ac:spMk id="67" creationId="{686FE0ED-1BB1-E02A-5F58-6F04129A0CBB}"/>
          </ac:spMkLst>
        </pc:spChg>
        <pc:spChg chg="add mod">
          <ac:chgData name="Pawar, Atharv" userId="77c2a207-967a-41c8-82e9-592defe28d00" providerId="ADAL" clId="{F43BB59C-B739-254E-8E4F-9D9A3B6B93FA}" dt="2026-08-29T17:15:34.849" v="528" actId="1076"/>
          <ac:spMkLst>
            <pc:docMk/>
            <pc:sldMk cId="1096719315" sldId="332"/>
            <ac:spMk id="68" creationId="{C680218A-9920-890B-163D-760E1B4951E8}"/>
          </ac:spMkLst>
        </pc:spChg>
        <pc:spChg chg="add mod">
          <ac:chgData name="Pawar, Atharv" userId="77c2a207-967a-41c8-82e9-592defe28d00" providerId="ADAL" clId="{F43BB59C-B739-254E-8E4F-9D9A3B6B93FA}" dt="2026-08-29T17:15:47.911" v="531" actId="14100"/>
          <ac:spMkLst>
            <pc:docMk/>
            <pc:sldMk cId="1096719315" sldId="332"/>
            <ac:spMk id="69" creationId="{2A1DCCC2-4397-6CC1-62B8-0BB6DC311AB2}"/>
          </ac:spMkLst>
        </pc:spChg>
        <pc:spChg chg="add mod">
          <ac:chgData name="Pawar, Atharv" userId="77c2a207-967a-41c8-82e9-592defe28d00" providerId="ADAL" clId="{F43BB59C-B739-254E-8E4F-9D9A3B6B93FA}" dt="2026-08-29T17:15:59.245" v="534" actId="14100"/>
          <ac:spMkLst>
            <pc:docMk/>
            <pc:sldMk cId="1096719315" sldId="332"/>
            <ac:spMk id="70" creationId="{EBEE449B-7D7F-1FE6-7644-F2F0AEC59797}"/>
          </ac:spMkLst>
        </pc:spChg>
        <pc:spChg chg="add mod">
          <ac:chgData name="Pawar, Atharv" userId="77c2a207-967a-41c8-82e9-592defe28d00" providerId="ADAL" clId="{F43BB59C-B739-254E-8E4F-9D9A3B6B93FA}" dt="2026-08-29T17:17:11.221" v="543" actId="1076"/>
          <ac:spMkLst>
            <pc:docMk/>
            <pc:sldMk cId="1096719315" sldId="332"/>
            <ac:spMk id="71" creationId="{F8957E3C-9674-ED2B-6D32-5CB1A44DFC25}"/>
          </ac:spMkLst>
        </pc:spChg>
        <pc:spChg chg="add mod">
          <ac:chgData name="Pawar, Atharv" userId="77c2a207-967a-41c8-82e9-592defe28d00" providerId="ADAL" clId="{F43BB59C-B739-254E-8E4F-9D9A3B6B93FA}" dt="2026-08-29T17:17:14.727" v="544" actId="1076"/>
          <ac:spMkLst>
            <pc:docMk/>
            <pc:sldMk cId="1096719315" sldId="332"/>
            <ac:spMk id="72" creationId="{4AA84A4B-6937-DF78-8AD2-FFCC677F970A}"/>
          </ac:spMkLst>
        </pc:spChg>
        <pc:spChg chg="add mod">
          <ac:chgData name="Pawar, Atharv" userId="77c2a207-967a-41c8-82e9-592defe28d00" providerId="ADAL" clId="{F43BB59C-B739-254E-8E4F-9D9A3B6B93FA}" dt="2026-08-29T17:17:28.579" v="546" actId="1076"/>
          <ac:spMkLst>
            <pc:docMk/>
            <pc:sldMk cId="1096719315" sldId="332"/>
            <ac:spMk id="73" creationId="{EC605131-DFC3-DB08-C080-C7B4A11B735B}"/>
          </ac:spMkLst>
        </pc:spChg>
        <pc:spChg chg="add mod">
          <ac:chgData name="Pawar, Atharv" userId="77c2a207-967a-41c8-82e9-592defe28d00" providerId="ADAL" clId="{F43BB59C-B739-254E-8E4F-9D9A3B6B93FA}" dt="2026-08-29T17:17:38.414" v="548" actId="1076"/>
          <ac:spMkLst>
            <pc:docMk/>
            <pc:sldMk cId="1096719315" sldId="332"/>
            <ac:spMk id="74" creationId="{97E295CA-5564-FBE2-A53E-2ECE15D9628D}"/>
          </ac:spMkLst>
        </pc:spChg>
        <pc:spChg chg="add mod">
          <ac:chgData name="Pawar, Atharv" userId="77c2a207-967a-41c8-82e9-592defe28d00" providerId="ADAL" clId="{F43BB59C-B739-254E-8E4F-9D9A3B6B93FA}" dt="2026-08-29T17:17:46.823" v="550" actId="1076"/>
          <ac:spMkLst>
            <pc:docMk/>
            <pc:sldMk cId="1096719315" sldId="332"/>
            <ac:spMk id="75" creationId="{0B6AB327-3AD9-3527-55D5-ABC2BD1626C9}"/>
          </ac:spMkLst>
        </pc:spChg>
        <pc:spChg chg="add mod">
          <ac:chgData name="Pawar, Atharv" userId="77c2a207-967a-41c8-82e9-592defe28d00" providerId="ADAL" clId="{F43BB59C-B739-254E-8E4F-9D9A3B6B93FA}" dt="2026-08-29T17:17:56.319" v="552" actId="1076"/>
          <ac:spMkLst>
            <pc:docMk/>
            <pc:sldMk cId="1096719315" sldId="332"/>
            <ac:spMk id="76" creationId="{B267D32C-EAF6-E99F-33E7-D5528AF17F1D}"/>
          </ac:spMkLst>
        </pc:spChg>
        <pc:spChg chg="add mod">
          <ac:chgData name="Pawar, Atharv" userId="77c2a207-967a-41c8-82e9-592defe28d00" providerId="ADAL" clId="{F43BB59C-B739-254E-8E4F-9D9A3B6B93FA}" dt="2026-08-29T17:18:32.489" v="557" actId="1076"/>
          <ac:spMkLst>
            <pc:docMk/>
            <pc:sldMk cId="1096719315" sldId="332"/>
            <ac:spMk id="77" creationId="{35CF0894-88DA-7C01-BCC4-AEA812923206}"/>
          </ac:spMkLst>
        </pc:spChg>
        <pc:spChg chg="add mod">
          <ac:chgData name="Pawar, Atharv" userId="77c2a207-967a-41c8-82e9-592defe28d00" providerId="ADAL" clId="{F43BB59C-B739-254E-8E4F-9D9A3B6B93FA}" dt="2026-08-29T17:18:56.427" v="562" actId="255"/>
          <ac:spMkLst>
            <pc:docMk/>
            <pc:sldMk cId="1096719315" sldId="332"/>
            <ac:spMk id="78" creationId="{E9C91FA0-31C7-3EA7-878B-3263A0AD7EA7}"/>
          </ac:spMkLst>
        </pc:spChg>
        <pc:spChg chg="add mod">
          <ac:chgData name="Pawar, Atharv" userId="77c2a207-967a-41c8-82e9-592defe28d00" providerId="ADAL" clId="{F43BB59C-B739-254E-8E4F-9D9A3B6B93FA}" dt="2026-08-29T17:19:15.010" v="567" actId="1076"/>
          <ac:spMkLst>
            <pc:docMk/>
            <pc:sldMk cId="1096719315" sldId="332"/>
            <ac:spMk id="79" creationId="{919A88CE-65D9-2290-4B39-79E16B3C0128}"/>
          </ac:spMkLst>
        </pc:spChg>
        <pc:spChg chg="add mod">
          <ac:chgData name="Pawar, Atharv" userId="77c2a207-967a-41c8-82e9-592defe28d00" providerId="ADAL" clId="{F43BB59C-B739-254E-8E4F-9D9A3B6B93FA}" dt="2026-08-29T17:21:32.792" v="576" actId="1035"/>
          <ac:spMkLst>
            <pc:docMk/>
            <pc:sldMk cId="1096719315" sldId="332"/>
            <ac:spMk id="80" creationId="{54535B1F-591C-AEA9-1D95-3F5C1504FDAE}"/>
          </ac:spMkLst>
        </pc:spChg>
        <pc:spChg chg="add mod">
          <ac:chgData name="Pawar, Atharv" userId="77c2a207-967a-41c8-82e9-592defe28d00" providerId="ADAL" clId="{F43BB59C-B739-254E-8E4F-9D9A3B6B93FA}" dt="2026-08-29T17:28:06.098" v="702" actId="14100"/>
          <ac:spMkLst>
            <pc:docMk/>
            <pc:sldMk cId="1096719315" sldId="332"/>
            <ac:spMk id="81" creationId="{29F4CBFE-DA79-18F2-2F8F-45DA3B6758E0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85" creationId="{9A911CBD-9125-0D8D-C4A8-7A220300C658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89" creationId="{F5937551-A9FD-BCA5-F67C-5D12FC2E66BE}"/>
          </ac:spMkLst>
        </pc:spChg>
        <pc:spChg chg="del">
          <ac:chgData name="Pawar, Atharv" userId="77c2a207-967a-41c8-82e9-592defe28d00" providerId="ADAL" clId="{F43BB59C-B739-254E-8E4F-9D9A3B6B93FA}" dt="2026-08-29T16:40:42.413" v="414" actId="478"/>
          <ac:spMkLst>
            <pc:docMk/>
            <pc:sldMk cId="1096719315" sldId="332"/>
            <ac:spMk id="91" creationId="{5B195803-2B55-D79D-725C-06FE3AC28391}"/>
          </ac:spMkLst>
        </pc:spChg>
        <pc:spChg chg="add mod">
          <ac:chgData name="Pawar, Atharv" userId="77c2a207-967a-41c8-82e9-592defe28d00" providerId="ADAL" clId="{F43BB59C-B739-254E-8E4F-9D9A3B6B93FA}" dt="2026-08-29T17:27:38.276" v="674" actId="14100"/>
          <ac:spMkLst>
            <pc:docMk/>
            <pc:sldMk cId="1096719315" sldId="332"/>
            <ac:spMk id="93" creationId="{083C613C-E04B-FAA1-C481-7A7AB51B578F}"/>
          </ac:spMkLst>
        </pc:spChg>
        <pc:spChg chg="add mod">
          <ac:chgData name="Pawar, Atharv" userId="77c2a207-967a-41c8-82e9-592defe28d00" providerId="ADAL" clId="{F43BB59C-B739-254E-8E4F-9D9A3B6B93FA}" dt="2026-08-29T17:22:34.321" v="593" actId="14100"/>
          <ac:spMkLst>
            <pc:docMk/>
            <pc:sldMk cId="1096719315" sldId="332"/>
            <ac:spMk id="94" creationId="{4F074A76-4190-DA21-8790-16404B58B14A}"/>
          </ac:spMkLst>
        </pc:spChg>
        <pc:spChg chg="add mod">
          <ac:chgData name="Pawar, Atharv" userId="77c2a207-967a-41c8-82e9-592defe28d00" providerId="ADAL" clId="{F43BB59C-B739-254E-8E4F-9D9A3B6B93FA}" dt="2026-08-29T17:22:37.305" v="594" actId="14100"/>
          <ac:spMkLst>
            <pc:docMk/>
            <pc:sldMk cId="1096719315" sldId="332"/>
            <ac:spMk id="95" creationId="{972C9FB9-E0E4-8AE4-8EBC-C305D416BB1B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96" creationId="{A0029A0D-7C3E-9C56-1A85-881E035BDCFF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97" creationId="{FB05A334-7C06-81D0-1C0F-60EF8D2A79B4}"/>
          </ac:spMkLst>
        </pc:spChg>
        <pc:spChg chg="add mod">
          <ac:chgData name="Pawar, Atharv" userId="77c2a207-967a-41c8-82e9-592defe28d00" providerId="ADAL" clId="{F43BB59C-B739-254E-8E4F-9D9A3B6B93FA}" dt="2026-08-29T17:22:48.950" v="597" actId="255"/>
          <ac:spMkLst>
            <pc:docMk/>
            <pc:sldMk cId="1096719315" sldId="332"/>
            <ac:spMk id="98" creationId="{5907A5A8-65E2-B6A9-F286-CF6D718DFF46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99" creationId="{04EED1CD-1CA9-80A9-D00E-136DBA3DB365}"/>
          </ac:spMkLst>
        </pc:spChg>
        <pc:spChg chg="add mod">
          <ac:chgData name="Pawar, Atharv" userId="77c2a207-967a-41c8-82e9-592defe28d00" providerId="ADAL" clId="{F43BB59C-B739-254E-8E4F-9D9A3B6B93FA}" dt="2026-08-29T17:23:16.504" v="604" actId="255"/>
          <ac:spMkLst>
            <pc:docMk/>
            <pc:sldMk cId="1096719315" sldId="332"/>
            <ac:spMk id="100" creationId="{0D698B58-2FC5-AEC0-FE0F-8D2347D281DC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101" creationId="{CF755EA7-6CE5-0909-749A-B344504BF162}"/>
          </ac:spMkLst>
        </pc:spChg>
        <pc:spChg chg="add mod">
          <ac:chgData name="Pawar, Atharv" userId="77c2a207-967a-41c8-82e9-592defe28d00" providerId="ADAL" clId="{F43BB59C-B739-254E-8E4F-9D9A3B6B93FA}" dt="2026-08-29T17:24:01.230" v="614" actId="20577"/>
          <ac:spMkLst>
            <pc:docMk/>
            <pc:sldMk cId="1096719315" sldId="332"/>
            <ac:spMk id="102" creationId="{81AC47EA-3EC3-1586-1559-54C5FCF04557}"/>
          </ac:spMkLst>
        </pc:spChg>
        <pc:spChg chg="add mod">
          <ac:chgData name="Pawar, Atharv" userId="77c2a207-967a-41c8-82e9-592defe28d00" providerId="ADAL" clId="{F43BB59C-B739-254E-8E4F-9D9A3B6B93FA}" dt="2026-08-29T17:25:08.921" v="636" actId="20577"/>
          <ac:spMkLst>
            <pc:docMk/>
            <pc:sldMk cId="1096719315" sldId="332"/>
            <ac:spMk id="103" creationId="{6CC68BE1-1862-C38D-9B10-EE0CE4FC1C33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104" creationId="{74162847-DE2F-BD80-ED97-D0F0D04690D8}"/>
          </ac:spMkLst>
        </pc:spChg>
        <pc:spChg chg="add mod">
          <ac:chgData name="Pawar, Atharv" userId="77c2a207-967a-41c8-82e9-592defe28d00" providerId="ADAL" clId="{F43BB59C-B739-254E-8E4F-9D9A3B6B93FA}" dt="2026-08-29T17:28:00.761" v="701" actId="1037"/>
          <ac:spMkLst>
            <pc:docMk/>
            <pc:sldMk cId="1096719315" sldId="332"/>
            <ac:spMk id="105" creationId="{3E8F8302-3277-69A0-ED38-193DE668BA51}"/>
          </ac:spMkLst>
        </pc:spChg>
        <pc:spChg chg="add mod">
          <ac:chgData name="Pawar, Atharv" userId="77c2a207-967a-41c8-82e9-592defe28d00" providerId="ADAL" clId="{F43BB59C-B739-254E-8E4F-9D9A3B6B93FA}" dt="2026-08-29T17:29:20.964" v="723" actId="14100"/>
          <ac:spMkLst>
            <pc:docMk/>
            <pc:sldMk cId="1096719315" sldId="332"/>
            <ac:spMk id="106" creationId="{07EDB095-D593-6A6E-715B-0A0876C33211}"/>
          </ac:spMkLst>
        </pc:spChg>
        <pc:spChg chg="add del mod">
          <ac:chgData name="Pawar, Atharv" userId="77c2a207-967a-41c8-82e9-592defe28d00" providerId="ADAL" clId="{F43BB59C-B739-254E-8E4F-9D9A3B6B93FA}" dt="2026-08-29T17:29:30.891" v="726" actId="14100"/>
          <ac:spMkLst>
            <pc:docMk/>
            <pc:sldMk cId="1096719315" sldId="332"/>
            <ac:spMk id="107" creationId="{AB280D38-6A6A-CB2A-E9AD-927DA3A44CA6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08" creationId="{D1E0358B-3A3F-FF30-6721-20AE4FA94E79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09" creationId="{C2E41157-DB35-0D11-54C4-D38E6F99D215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0" creationId="{D0323255-EA74-7101-DF88-56E6A4D65566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1" creationId="{45644BEE-E9C0-1EEC-0E36-03F891CB8D6D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2" creationId="{CD4BC38A-B379-6E11-5CAE-7F1C6A19E6C0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3" creationId="{B656DA83-37AA-D8AE-87B4-00A3462965EB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4" creationId="{BE9D6172-5F4C-249D-4F00-49E79F602281}"/>
          </ac:spMkLst>
        </pc:spChg>
        <pc:spChg chg="mod">
          <ac:chgData name="Pawar, Atharv" userId="77c2a207-967a-41c8-82e9-592defe28d00" providerId="ADAL" clId="{F43BB59C-B739-254E-8E4F-9D9A3B6B93FA}" dt="2026-08-29T17:26:38.478" v="654" actId="14100"/>
          <ac:spMkLst>
            <pc:docMk/>
            <pc:sldMk cId="1096719315" sldId="332"/>
            <ac:spMk id="115" creationId="{55A517DA-CD72-5D71-68BC-2D2E71156BB5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6" creationId="{BF16175C-F5A7-069E-DA8D-21A03137C2BC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18" creationId="{3CA085EC-4F80-F0AC-813B-757DE3FC281A}"/>
          </ac:spMkLst>
        </pc:spChg>
        <pc:spChg chg="mod">
          <ac:chgData name="Pawar, Atharv" userId="77c2a207-967a-41c8-82e9-592defe28d00" providerId="ADAL" clId="{F43BB59C-B739-254E-8E4F-9D9A3B6B93FA}" dt="2026-08-29T17:26:38.478" v="654" actId="14100"/>
          <ac:spMkLst>
            <pc:docMk/>
            <pc:sldMk cId="1096719315" sldId="332"/>
            <ac:spMk id="119" creationId="{99F0F4A7-69BD-84C3-9C2C-7A8BEDB92F45}"/>
          </ac:spMkLst>
        </pc:spChg>
        <pc:spChg chg="add del mod">
          <ac:chgData name="Pawar, Atharv" userId="77c2a207-967a-41c8-82e9-592defe28d00" providerId="ADAL" clId="{F43BB59C-B739-254E-8E4F-9D9A3B6B93FA}" dt="2026-08-29T17:26:42.573" v="656" actId="478"/>
          <ac:spMkLst>
            <pc:docMk/>
            <pc:sldMk cId="1096719315" sldId="332"/>
            <ac:spMk id="120" creationId="{07D81F06-C7BC-8B8F-5C55-1B2DE9EBE7ED}"/>
          </ac:spMkLst>
        </pc:spChg>
        <pc:spChg chg="mod">
          <ac:chgData name="Pawar, Atharv" userId="77c2a207-967a-41c8-82e9-592defe28d00" providerId="ADAL" clId="{F43BB59C-B739-254E-8E4F-9D9A3B6B93FA}" dt="2026-08-29T17:26:38.478" v="654" actId="14100"/>
          <ac:spMkLst>
            <pc:docMk/>
            <pc:sldMk cId="1096719315" sldId="332"/>
            <ac:spMk id="121" creationId="{5EF14ECB-0B5C-13C8-0E7E-2E3EF43F6FDF}"/>
          </ac:spMkLst>
        </pc:spChg>
        <pc:spChg chg="add mod">
          <ac:chgData name="Pawar, Atharv" userId="77c2a207-967a-41c8-82e9-592defe28d00" providerId="ADAL" clId="{F43BB59C-B739-254E-8E4F-9D9A3B6B93FA}" dt="2026-08-29T17:29:26.650" v="724" actId="1076"/>
          <ac:spMkLst>
            <pc:docMk/>
            <pc:sldMk cId="1096719315" sldId="332"/>
            <ac:spMk id="122" creationId="{52B21CD0-F284-08D2-AFDD-43D7957803C6}"/>
          </ac:spMkLst>
        </pc:spChg>
        <pc:spChg chg="add del mod">
          <ac:chgData name="Pawar, Atharv" userId="77c2a207-967a-41c8-82e9-592defe28d00" providerId="ADAL" clId="{F43BB59C-B739-254E-8E4F-9D9A3B6B93FA}" dt="2026-08-29T17:27:06.227" v="663" actId="478"/>
          <ac:spMkLst>
            <pc:docMk/>
            <pc:sldMk cId="1096719315" sldId="332"/>
            <ac:spMk id="123" creationId="{F5E47C63-99F5-4257-BFB0-93E8310A82C2}"/>
          </ac:spMkLst>
        </pc:spChg>
        <pc:spChg chg="add mod">
          <ac:chgData name="Pawar, Atharv" userId="77c2a207-967a-41c8-82e9-592defe28d00" providerId="ADAL" clId="{F43BB59C-B739-254E-8E4F-9D9A3B6B93FA}" dt="2026-08-29T17:29:40.777" v="730" actId="1076"/>
          <ac:spMkLst>
            <pc:docMk/>
            <pc:sldMk cId="1096719315" sldId="332"/>
            <ac:spMk id="124" creationId="{C4D3FB31-2093-CDBB-22A2-12122DB6D9E0}"/>
          </ac:spMkLst>
        </pc:spChg>
        <pc:spChg chg="add mod">
          <ac:chgData name="Pawar, Atharv" userId="77c2a207-967a-41c8-82e9-592defe28d00" providerId="ADAL" clId="{F43BB59C-B739-254E-8E4F-9D9A3B6B93FA}" dt="2026-08-29T17:29:58.024" v="735" actId="1076"/>
          <ac:spMkLst>
            <pc:docMk/>
            <pc:sldMk cId="1096719315" sldId="332"/>
            <ac:spMk id="125" creationId="{FB0EB1C0-6EED-ADCE-FF94-195F53064489}"/>
          </ac:spMkLst>
        </pc:spChg>
        <pc:spChg chg="add mod">
          <ac:chgData name="Pawar, Atharv" userId="77c2a207-967a-41c8-82e9-592defe28d00" providerId="ADAL" clId="{F43BB59C-B739-254E-8E4F-9D9A3B6B93FA}" dt="2026-08-29T17:29:54.728" v="734" actId="1076"/>
          <ac:spMkLst>
            <pc:docMk/>
            <pc:sldMk cId="1096719315" sldId="332"/>
            <ac:spMk id="126" creationId="{539A421C-EDAD-F807-7403-31320E8D988D}"/>
          </ac:spMkLst>
        </pc:spChg>
        <pc:spChg chg="add mod">
          <ac:chgData name="Pawar, Atharv" userId="77c2a207-967a-41c8-82e9-592defe28d00" providerId="ADAL" clId="{F43BB59C-B739-254E-8E4F-9D9A3B6B93FA}" dt="2026-08-29T17:29:51.673" v="733" actId="1076"/>
          <ac:spMkLst>
            <pc:docMk/>
            <pc:sldMk cId="1096719315" sldId="332"/>
            <ac:spMk id="127" creationId="{BFEC3D47-0D77-A49F-B6B0-FDB760377B2D}"/>
          </ac:spMkLst>
        </pc:spChg>
        <pc:spChg chg="add mod">
          <ac:chgData name="Pawar, Atharv" userId="77c2a207-967a-41c8-82e9-592defe28d00" providerId="ADAL" clId="{F43BB59C-B739-254E-8E4F-9D9A3B6B93FA}" dt="2026-08-29T17:30:14.010" v="739" actId="255"/>
          <ac:spMkLst>
            <pc:docMk/>
            <pc:sldMk cId="1096719315" sldId="332"/>
            <ac:spMk id="128" creationId="{A275FC44-9B9F-12E8-961C-EBB24BC846BB}"/>
          </ac:spMkLst>
        </pc:spChg>
        <pc:spChg chg="add mod">
          <ac:chgData name="Pawar, Atharv" userId="77c2a207-967a-41c8-82e9-592defe28d00" providerId="ADAL" clId="{F43BB59C-B739-254E-8E4F-9D9A3B6B93FA}" dt="2026-08-29T17:30:29.374" v="742" actId="255"/>
          <ac:spMkLst>
            <pc:docMk/>
            <pc:sldMk cId="1096719315" sldId="332"/>
            <ac:spMk id="129" creationId="{E457E6A1-8443-BB9D-7914-36302F08C24E}"/>
          </ac:spMkLst>
        </pc:spChg>
        <pc:spChg chg="add mod">
          <ac:chgData name="Pawar, Atharv" userId="77c2a207-967a-41c8-82e9-592defe28d00" providerId="ADAL" clId="{F43BB59C-B739-254E-8E4F-9D9A3B6B93FA}" dt="2026-08-29T17:30:46.689" v="746" actId="1076"/>
          <ac:spMkLst>
            <pc:docMk/>
            <pc:sldMk cId="1096719315" sldId="332"/>
            <ac:spMk id="130" creationId="{56262523-A374-B3F3-E727-2EEA3B7758FB}"/>
          </ac:spMkLst>
        </pc:spChg>
        <pc:spChg chg="add mod">
          <ac:chgData name="Pawar, Atharv" userId="77c2a207-967a-41c8-82e9-592defe28d00" providerId="ADAL" clId="{F43BB59C-B739-254E-8E4F-9D9A3B6B93FA}" dt="2026-08-29T17:31:27.422" v="754" actId="1076"/>
          <ac:spMkLst>
            <pc:docMk/>
            <pc:sldMk cId="1096719315" sldId="332"/>
            <ac:spMk id="131" creationId="{E5E821D6-D5A3-94E6-214B-5E9D7F410EF0}"/>
          </ac:spMkLst>
        </pc:spChg>
        <pc:spChg chg="add mod">
          <ac:chgData name="Pawar, Atharv" userId="77c2a207-967a-41c8-82e9-592defe28d00" providerId="ADAL" clId="{F43BB59C-B739-254E-8E4F-9D9A3B6B93FA}" dt="2026-08-29T17:31:38.410" v="756" actId="1076"/>
          <ac:spMkLst>
            <pc:docMk/>
            <pc:sldMk cId="1096719315" sldId="332"/>
            <ac:spMk id="132" creationId="{C021D8E0-DDFB-9FD7-F7FF-A3025471A381}"/>
          </ac:spMkLst>
        </pc:spChg>
      </pc:sldChg>
      <pc:sldChg chg="add del">
        <pc:chgData name="Pawar, Atharv" userId="77c2a207-967a-41c8-82e9-592defe28d00" providerId="ADAL" clId="{F43BB59C-B739-254E-8E4F-9D9A3B6B93FA}" dt="2026-08-29T16:40:12.668" v="411"/>
        <pc:sldMkLst>
          <pc:docMk/>
          <pc:sldMk cId="1683094815" sldId="5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2C30F2-C456-7FE0-1CD6-6A3241E6D4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FB4B7-0F47-DE55-ED36-CCD1F8C0A1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75FED-E0A6-49A9-9E9A-23D5676A67C6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DE155-58F0-EBA6-F25F-7B90BF050B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C9F84-9229-DC89-FEFE-B06F34A526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DC7CF-EC76-498A-8C7C-DCCA307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39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0D5DB-4143-4386-A5D1-C97DC8CFC0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EE840-4B21-4015-9BE8-6AAAD520E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6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EE840-4B21-4015-9BE8-6AAAD520E6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2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FAC3A50-6611-66D9-4FF1-19FCA005B7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23834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AC3A50-6611-66D9-4FF1-19FCA005B7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484" y="667772"/>
            <a:ext cx="8454965" cy="426418"/>
          </a:xfrm>
          <a:prstGeom prst="rect">
            <a:avLst/>
          </a:prstGeom>
        </p:spPr>
        <p:txBody>
          <a:bodyPr vert="horz" rIns="91440"/>
          <a:lstStyle>
            <a:lvl1pPr>
              <a:defRPr sz="1875">
                <a:solidFill>
                  <a:srgbClr val="41060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84" y="2691444"/>
            <a:ext cx="8377623" cy="3485521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§"/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Font typeface="Courier New" panose="02070309020205020404" pitchFamily="49" charset="0"/>
              <a:buChar char="o"/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Font typeface="Wingdings" panose="05000000000000000000" pitchFamily="2" charset="2"/>
              <a:buChar char="v"/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Font typeface="Wingdings" panose="05000000000000000000" pitchFamily="2" charset="2"/>
              <a:buChar char="q"/>
              <a:defRPr sz="75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8276DCCA-BFBD-4B77-B484-B7F937F94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3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90AE7C3-F829-7390-B332-36D282A1E2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91448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0AE7C3-F829-7390-B332-36D282A1E2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384" y="666759"/>
            <a:ext cx="8510406" cy="453358"/>
          </a:xfrm>
          <a:prstGeom prst="rect">
            <a:avLst/>
          </a:prstGeom>
        </p:spPr>
        <p:txBody>
          <a:bodyPr vert="horz" rIns="91440"/>
          <a:lstStyle>
            <a:lvl1pPr>
              <a:defRPr sz="1875">
                <a:solidFill>
                  <a:srgbClr val="41060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D2207B51-C01B-4511-9B5A-C080815156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0"/>
            <a:ext cx="9525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720289-20EE-2309-C5F7-C28C9C11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3067" y="6351494"/>
            <a:ext cx="57304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8276DCCA-BFBD-4B77-B484-B7F937F94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F2A5BFA-450A-D841-4A08-B91CC6B09F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872527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2A5BFA-450A-D841-4A08-B91CC6B09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1D6957-5CBA-720F-86C3-44D90D473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3067" y="6351494"/>
            <a:ext cx="573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8276DCCA-BFBD-4B77-B484-B7F937F94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4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FBE5AA1-2369-D97B-CE48-38E6263E88C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96593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E5AA1-2369-D97B-CE48-38E6263E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C39C1372-AAD3-48C8-D275-E901005AEF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0"/>
            <a:ext cx="9525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358726" y="676702"/>
            <a:ext cx="8575191" cy="4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  <a:defRPr sz="1875" b="0">
                <a:solidFill>
                  <a:srgbClr val="41060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A84FF11-54AE-3796-9AD4-44AC7A09D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3067" y="6351494"/>
            <a:ext cx="573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8276DCCA-BFBD-4B77-B484-B7F937F94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0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570CD79-2C5A-887D-8957-1BDB1721F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3066" y="6351492"/>
            <a:ext cx="573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CB5B1F32-9DF5-44CB-897B-D7D0528EE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1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BB2CD96-679A-DC0B-ADDD-C31432CB2C94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676802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5" imgH="424" progId="TCLayout.ActiveDocument.1">
                  <p:embed/>
                </p:oleObj>
              </mc:Choice>
              <mc:Fallback>
                <p:oleObj name="think-cell Slide" r:id="rId8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B2CD96-679A-DC0B-ADDD-C31432CB2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126;p20">
            <a:extLst>
              <a:ext uri="{FF2B5EF4-FFF2-40B4-BE49-F238E27FC236}">
                <a16:creationId xmlns:a16="http://schemas.microsoft.com/office/drawing/2014/main" id="{0371C6FE-A7F2-9CA6-FCC2-282604B9D626}"/>
              </a:ext>
            </a:extLst>
          </p:cNvPr>
          <p:cNvSpPr/>
          <p:nvPr/>
        </p:nvSpPr>
        <p:spPr>
          <a:xfrm>
            <a:off x="353447" y="205020"/>
            <a:ext cx="5830943" cy="458512"/>
          </a:xfrm>
          <a:prstGeom prst="rect">
            <a:avLst/>
          </a:prstGeom>
          <a:solidFill>
            <a:srgbClr val="6D080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Times New Roman"/>
              </a:rPr>
              <a:t>Kelley Student Government</a:t>
            </a:r>
            <a:endParaRPr lang="en-US"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118;p20">
            <a:extLst>
              <a:ext uri="{FF2B5EF4-FFF2-40B4-BE49-F238E27FC236}">
                <a16:creationId xmlns:a16="http://schemas.microsoft.com/office/drawing/2014/main" id="{7BABD15D-B882-9D2B-4064-B6B59ED68F30}"/>
              </a:ext>
            </a:extLst>
          </p:cNvPr>
          <p:cNvSpPr/>
          <p:nvPr/>
        </p:nvSpPr>
        <p:spPr>
          <a:xfrm>
            <a:off x="744721" y="6344525"/>
            <a:ext cx="2918710" cy="396816"/>
          </a:xfrm>
          <a:prstGeom prst="rect">
            <a:avLst/>
          </a:prstGeom>
          <a:solidFill>
            <a:srgbClr val="6D080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80" tIns="0" rIns="0" bIns="0" anchor="ctr" anchorCtr="0">
            <a:noAutofit/>
          </a:bodyPr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KELLEY SCHOOL OF BUSINESS</a:t>
            </a:r>
            <a:endParaRPr lang="en-US"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4" name="Google Shape;121;p20">
            <a:extLst>
              <a:ext uri="{FF2B5EF4-FFF2-40B4-BE49-F238E27FC236}">
                <a16:creationId xmlns:a16="http://schemas.microsoft.com/office/drawing/2014/main" id="{936BD4B4-13A2-ACEB-871F-01760BC28F3D}"/>
              </a:ext>
            </a:extLst>
          </p:cNvPr>
          <p:cNvCxnSpPr>
            <a:cxnSpLocks/>
          </p:cNvCxnSpPr>
          <p:nvPr/>
        </p:nvCxnSpPr>
        <p:spPr>
          <a:xfrm>
            <a:off x="353447" y="6303737"/>
            <a:ext cx="8437107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08BC562B-35A7-A2A0-3091-37A425FD1674}"/>
              </a:ext>
            </a:extLst>
          </p:cNvPr>
          <p:cNvSpPr txBox="1"/>
          <p:nvPr/>
        </p:nvSpPr>
        <p:spPr>
          <a:xfrm>
            <a:off x="3663433" y="6342529"/>
            <a:ext cx="404957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75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DOCUMENT CONTAINS CONFIDENTIAL AND PROPRIETARY INFORMATION AND IS INTENDED TO BE USED INTERNALLY AT THE KELLEY SCHOOL OF BUSINESS AND WITH THOSE INVOLVED IN KSG </a:t>
            </a:r>
            <a:endParaRPr sz="75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2D9799-F0C5-19BF-2987-E1B927A282F0}"/>
              </a:ext>
            </a:extLst>
          </p:cNvPr>
          <p:cNvSpPr/>
          <p:nvPr/>
        </p:nvSpPr>
        <p:spPr>
          <a:xfrm>
            <a:off x="9540830" y="658991"/>
            <a:ext cx="239439" cy="352541"/>
          </a:xfrm>
          <a:prstGeom prst="roundRect">
            <a:avLst/>
          </a:prstGeom>
          <a:solidFill>
            <a:srgbClr val="570701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E71C1A-5D0D-8DE0-0308-EF2DB3ACA8C4}"/>
              </a:ext>
            </a:extLst>
          </p:cNvPr>
          <p:cNvSpPr/>
          <p:nvPr/>
        </p:nvSpPr>
        <p:spPr>
          <a:xfrm>
            <a:off x="9540830" y="1007756"/>
            <a:ext cx="239439" cy="352541"/>
          </a:xfrm>
          <a:prstGeom prst="roundRect">
            <a:avLst/>
          </a:prstGeom>
          <a:solidFill>
            <a:srgbClr val="6F2001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D19BCA-0272-B211-7E3C-75797663E722}"/>
              </a:ext>
            </a:extLst>
          </p:cNvPr>
          <p:cNvSpPr/>
          <p:nvPr/>
        </p:nvSpPr>
        <p:spPr>
          <a:xfrm>
            <a:off x="9540830" y="1359453"/>
            <a:ext cx="239439" cy="352541"/>
          </a:xfrm>
          <a:prstGeom prst="roundRect">
            <a:avLst/>
          </a:prstGeom>
          <a:solidFill>
            <a:srgbClr val="8C1212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68F041-1C97-ADED-AF12-53C1B2D517DE}"/>
              </a:ext>
            </a:extLst>
          </p:cNvPr>
          <p:cNvSpPr/>
          <p:nvPr/>
        </p:nvSpPr>
        <p:spPr>
          <a:xfrm>
            <a:off x="9540830" y="1711994"/>
            <a:ext cx="239439" cy="352541"/>
          </a:xfrm>
          <a:prstGeom prst="roundRect">
            <a:avLst/>
          </a:prstGeom>
          <a:solidFill>
            <a:srgbClr val="87524B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50D6641-E844-2B21-AAA4-763441B2A14C}"/>
              </a:ext>
            </a:extLst>
          </p:cNvPr>
          <p:cNvSpPr/>
          <p:nvPr/>
        </p:nvSpPr>
        <p:spPr>
          <a:xfrm>
            <a:off x="9540830" y="2064535"/>
            <a:ext cx="239439" cy="352541"/>
          </a:xfrm>
          <a:prstGeom prst="roundRect">
            <a:avLst/>
          </a:prstGeom>
          <a:solidFill>
            <a:srgbClr val="AF5B55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140810-87F2-D766-B09D-BECC8B7381EF}"/>
              </a:ext>
            </a:extLst>
          </p:cNvPr>
          <p:cNvSpPr/>
          <p:nvPr/>
        </p:nvSpPr>
        <p:spPr>
          <a:xfrm>
            <a:off x="9540830" y="2413300"/>
            <a:ext cx="239439" cy="352541"/>
          </a:xfrm>
          <a:prstGeom prst="roundRect">
            <a:avLst/>
          </a:prstGeom>
          <a:solidFill>
            <a:srgbClr val="CB938F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33CF132-F61B-B52F-AF85-1CEECD384CE3}"/>
              </a:ext>
            </a:extLst>
          </p:cNvPr>
          <p:cNvSpPr/>
          <p:nvPr/>
        </p:nvSpPr>
        <p:spPr>
          <a:xfrm>
            <a:off x="9540830" y="2767929"/>
            <a:ext cx="239439" cy="352541"/>
          </a:xfrm>
          <a:prstGeom prst="roundRect">
            <a:avLst/>
          </a:prstGeom>
          <a:solidFill>
            <a:srgbClr val="E4C8C6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37EEED-BF4C-35E8-2618-6281C91383CE}"/>
              </a:ext>
            </a:extLst>
          </p:cNvPr>
          <p:cNvSpPr txBox="1"/>
          <p:nvPr/>
        </p:nvSpPr>
        <p:spPr>
          <a:xfrm>
            <a:off x="9540829" y="3827638"/>
            <a:ext cx="193354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Slide Title: Times New Roman ft 25</a:t>
            </a:r>
          </a:p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Subtitles: Times New Roman ft 12</a:t>
            </a:r>
          </a:p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Text: Times New Roman 10</a:t>
            </a:r>
          </a:p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Charts &amp; small texts: Times New Roman ft 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C3B793-FA33-F29C-D546-A55009F5AE4F}"/>
              </a:ext>
            </a:extLst>
          </p:cNvPr>
          <p:cNvSpPr/>
          <p:nvPr/>
        </p:nvSpPr>
        <p:spPr>
          <a:xfrm>
            <a:off x="10012589" y="660933"/>
            <a:ext cx="239439" cy="35254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DFD370-7A1B-7E55-48AD-106E2674B07F}"/>
              </a:ext>
            </a:extLst>
          </p:cNvPr>
          <p:cNvSpPr/>
          <p:nvPr/>
        </p:nvSpPr>
        <p:spPr>
          <a:xfrm>
            <a:off x="10012589" y="1009698"/>
            <a:ext cx="239439" cy="352541"/>
          </a:xfrm>
          <a:prstGeom prst="roundRect">
            <a:avLst/>
          </a:prstGeom>
          <a:solidFill>
            <a:srgbClr val="163E64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E2F1F0-23E4-B5C7-E165-D2000B4AF81E}"/>
              </a:ext>
            </a:extLst>
          </p:cNvPr>
          <p:cNvSpPr/>
          <p:nvPr/>
        </p:nvSpPr>
        <p:spPr>
          <a:xfrm>
            <a:off x="10012589" y="1361395"/>
            <a:ext cx="239439" cy="352541"/>
          </a:xfrm>
          <a:prstGeom prst="roundRect">
            <a:avLst/>
          </a:prstGeom>
          <a:solidFill>
            <a:srgbClr val="215F9A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2326CF5-B450-69DB-F1FF-0A24255F8369}"/>
              </a:ext>
            </a:extLst>
          </p:cNvPr>
          <p:cNvSpPr/>
          <p:nvPr/>
        </p:nvSpPr>
        <p:spPr>
          <a:xfrm>
            <a:off x="10012589" y="1713934"/>
            <a:ext cx="239439" cy="352541"/>
          </a:xfrm>
          <a:prstGeom prst="roundRect">
            <a:avLst/>
          </a:prstGeom>
          <a:solidFill>
            <a:srgbClr val="DCEAF7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78BD36-36F3-491E-CD3C-BC162EFD6718}"/>
              </a:ext>
            </a:extLst>
          </p:cNvPr>
          <p:cNvSpPr/>
          <p:nvPr/>
        </p:nvSpPr>
        <p:spPr>
          <a:xfrm>
            <a:off x="10012589" y="2066477"/>
            <a:ext cx="239439" cy="352541"/>
          </a:xfrm>
          <a:prstGeom prst="roundRect">
            <a:avLst/>
          </a:prstGeom>
          <a:solidFill>
            <a:srgbClr val="175D1F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1409479-381A-E5B9-8263-20ECF26FC703}"/>
              </a:ext>
            </a:extLst>
          </p:cNvPr>
          <p:cNvSpPr/>
          <p:nvPr/>
        </p:nvSpPr>
        <p:spPr>
          <a:xfrm>
            <a:off x="10012589" y="2415242"/>
            <a:ext cx="239439" cy="352541"/>
          </a:xfrm>
          <a:prstGeom prst="roundRect">
            <a:avLst/>
          </a:prstGeom>
          <a:solidFill>
            <a:srgbClr val="D9F2D0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0BBD88F-3EE4-45F9-B2F1-AFB9B92F3409}"/>
              </a:ext>
            </a:extLst>
          </p:cNvPr>
          <p:cNvSpPr/>
          <p:nvPr/>
        </p:nvSpPr>
        <p:spPr>
          <a:xfrm>
            <a:off x="10012591" y="3122412"/>
            <a:ext cx="239439" cy="352541"/>
          </a:xfrm>
          <a:prstGeom prst="roundRect">
            <a:avLst/>
          </a:prstGeom>
          <a:solidFill>
            <a:srgbClr val="0000FF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C357148-A62A-0C75-5B27-CF07D74BBAAE}"/>
              </a:ext>
            </a:extLst>
          </p:cNvPr>
          <p:cNvSpPr/>
          <p:nvPr/>
        </p:nvSpPr>
        <p:spPr>
          <a:xfrm>
            <a:off x="10012589" y="2769871"/>
            <a:ext cx="239439" cy="352541"/>
          </a:xfrm>
          <a:prstGeom prst="roundRect">
            <a:avLst/>
          </a:prstGeom>
          <a:solidFill>
            <a:srgbClr val="FEEAAC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03890-D8C8-795C-9EE7-08C6957BD170}"/>
              </a:ext>
            </a:extLst>
          </p:cNvPr>
          <p:cNvSpPr txBox="1"/>
          <p:nvPr/>
        </p:nvSpPr>
        <p:spPr>
          <a:xfrm>
            <a:off x="9431108" y="413087"/>
            <a:ext cx="37221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AB54E-A749-593C-DA0B-8C81B7001F98}"/>
              </a:ext>
            </a:extLst>
          </p:cNvPr>
          <p:cNvSpPr txBox="1"/>
          <p:nvPr/>
        </p:nvSpPr>
        <p:spPr>
          <a:xfrm>
            <a:off x="9951007" y="413087"/>
            <a:ext cx="33214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46663F1-E4E8-B6F6-AAAA-81765FC7E78C}"/>
              </a:ext>
            </a:extLst>
          </p:cNvPr>
          <p:cNvSpPr/>
          <p:nvPr/>
        </p:nvSpPr>
        <p:spPr>
          <a:xfrm>
            <a:off x="9540830" y="3126334"/>
            <a:ext cx="239439" cy="352541"/>
          </a:xfrm>
          <a:prstGeom prst="roundRect">
            <a:avLst/>
          </a:prstGeom>
          <a:solidFill>
            <a:srgbClr val="F3E7E6"/>
          </a:solidFill>
          <a:ln>
            <a:solidFill>
              <a:srgbClr val="5707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elley Student Government emblem.">
            <a:extLst>
              <a:ext uri="{FF2B5EF4-FFF2-40B4-BE49-F238E27FC236}">
                <a16:creationId xmlns:a16="http://schemas.microsoft.com/office/drawing/2014/main" id="{7CD94B87-7BF5-9E36-3755-2BB4564F2E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044" y="6347836"/>
            <a:ext cx="381892" cy="38339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3067" y="6351494"/>
            <a:ext cx="573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8276DCCA-BFBD-4B77-B484-B7F937F94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8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4223-23C8-F703-1C9E-5AEC04BCA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792" y="2731153"/>
            <a:ext cx="5901726" cy="362189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Kelley Student Government: 2026-2027 Budget</a:t>
            </a:r>
          </a:p>
        </p:txBody>
      </p:sp>
      <p:pic>
        <p:nvPicPr>
          <p:cNvPr id="6" name="Picture 5" descr="Kelley Student Government emblem.">
            <a:extLst>
              <a:ext uri="{FF2B5EF4-FFF2-40B4-BE49-F238E27FC236}">
                <a16:creationId xmlns:a16="http://schemas.microsoft.com/office/drawing/2014/main" id="{B679DE23-C6A6-6C4F-F26F-73886776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74" y="2139372"/>
            <a:ext cx="2569181" cy="2579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866413-F7B8-10D7-49F3-381C1BD2F641}"/>
              </a:ext>
            </a:extLst>
          </p:cNvPr>
          <p:cNvSpPr txBox="1"/>
          <p:nvPr/>
        </p:nvSpPr>
        <p:spPr>
          <a:xfrm>
            <a:off x="3398361" y="2731153"/>
            <a:ext cx="4582585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chemeClr val="tx2"/>
              </a:buClr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Kelley Specific AI Resource</a:t>
            </a:r>
          </a:p>
          <a:p>
            <a:pPr>
              <a:buClr>
                <a:schemeClr val="tx2"/>
              </a:buClr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Guhan Sivakumar,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</a:t>
            </a:r>
          </a:p>
          <a:p>
            <a:pPr>
              <a:buClr>
                <a:schemeClr val="tx2"/>
              </a:buCl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Atharv Pawar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Director of Undergraduate Research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</a:pPr>
            <a:r>
              <a:rPr lang="en-US" sz="1200" dirty="0">
                <a:latin typeface="Times New Roman"/>
                <a:cs typeface="Times New Roman"/>
              </a:rPr>
              <a:t>August 30</a:t>
            </a:r>
            <a:r>
              <a:rPr lang="en-US" sz="1200" baseline="30000" dirty="0">
                <a:latin typeface="Times New Roman"/>
                <a:cs typeface="Times New Roman"/>
              </a:rPr>
              <a:t>th</a:t>
            </a:r>
            <a:r>
              <a:rPr lang="en-US" sz="1200" dirty="0">
                <a:latin typeface="Times New Roman"/>
                <a:cs typeface="Times New Roman"/>
              </a:rPr>
              <a:t> , 2026</a:t>
            </a:r>
          </a:p>
        </p:txBody>
      </p:sp>
    </p:spTree>
    <p:extLst>
      <p:ext uri="{BB962C8B-B14F-4D97-AF65-F5344CB8AC3E}">
        <p14:creationId xmlns:p14="http://schemas.microsoft.com/office/powerpoint/2010/main" val="9121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E53C-A14F-AFBB-EB1D-2B15568F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Why A Kelley Specific AI Resource?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02CA11-9EAA-0426-5CBA-401C6DCE1B27}"/>
              </a:ext>
            </a:extLst>
          </p:cNvPr>
          <p:cNvSpPr/>
          <p:nvPr/>
        </p:nvSpPr>
        <p:spPr>
          <a:xfrm>
            <a:off x="378484" y="1094190"/>
            <a:ext cx="8454965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03E93-E1EB-BFBC-5FFB-DF4D0CEA034E}"/>
              </a:ext>
            </a:extLst>
          </p:cNvPr>
          <p:cNvSpPr txBox="1"/>
          <p:nvPr/>
        </p:nvSpPr>
        <p:spPr>
          <a:xfrm>
            <a:off x="436506" y="1130766"/>
            <a:ext cx="1032357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THE CURRENT STUDENT EXPERIENCE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DF6B3-E584-5C0E-5BF9-5E43B71A239E}"/>
              </a:ext>
            </a:extLst>
          </p:cNvPr>
          <p:cNvSpPr/>
          <p:nvPr/>
        </p:nvSpPr>
        <p:spPr>
          <a:xfrm>
            <a:off x="380359" y="1441177"/>
            <a:ext cx="2240280" cy="10776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248A1-37EC-0061-5D3D-B57FC5EDA2B6}"/>
              </a:ext>
            </a:extLst>
          </p:cNvPr>
          <p:cNvSpPr txBox="1"/>
          <p:nvPr/>
        </p:nvSpPr>
        <p:spPr>
          <a:xfrm>
            <a:off x="380358" y="1465894"/>
            <a:ext cx="224028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1120" b="1" dirty="0">
                <a:solidFill>
                  <a:srgbClr val="7E0C0C"/>
                </a:solidFill>
                <a:latin typeface="Times New Roman"/>
              </a:rPr>
              <a:t>1. </a:t>
            </a:r>
            <a:r>
              <a:rPr sz="1120" b="1" i="0" dirty="0">
                <a:solidFill>
                  <a:srgbClr val="7E0C0C"/>
                </a:solidFill>
                <a:latin typeface="Times New Roman"/>
              </a:rPr>
              <a:t>STUDENT HAS A 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5D882-602F-03F4-6550-6F358E4A93E8}"/>
              </a:ext>
            </a:extLst>
          </p:cNvPr>
          <p:cNvSpPr txBox="1"/>
          <p:nvPr/>
        </p:nvSpPr>
        <p:spPr>
          <a:xfrm>
            <a:off x="481824" y="1683688"/>
            <a:ext cx="2037349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“What resources should I use for IB recruiting?”
“Which organizations should I explore for consulting?”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ACD1275-3C2D-50F7-2A54-CE39BAB41D15}"/>
              </a:ext>
            </a:extLst>
          </p:cNvPr>
          <p:cNvSpPr/>
          <p:nvPr/>
        </p:nvSpPr>
        <p:spPr>
          <a:xfrm>
            <a:off x="2706606" y="1831504"/>
            <a:ext cx="384048" cy="228600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D15AA-8376-C9AF-39B8-B541FDFBFEBE}"/>
              </a:ext>
            </a:extLst>
          </p:cNvPr>
          <p:cNvSpPr/>
          <p:nvPr/>
        </p:nvSpPr>
        <p:spPr>
          <a:xfrm>
            <a:off x="3168711" y="1441662"/>
            <a:ext cx="3418897" cy="10776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185A8-6025-9CFA-F960-88DAFF723D7D}"/>
              </a:ext>
            </a:extLst>
          </p:cNvPr>
          <p:cNvSpPr txBox="1"/>
          <p:nvPr/>
        </p:nvSpPr>
        <p:spPr>
          <a:xfrm>
            <a:off x="3153716" y="1442564"/>
            <a:ext cx="3433891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1120" b="1" i="0" dirty="0">
                <a:solidFill>
                  <a:srgbClr val="7E0C0C"/>
                </a:solidFill>
                <a:latin typeface="Times New Roman"/>
              </a:rPr>
              <a:t>2. </a:t>
            </a:r>
            <a:r>
              <a:rPr sz="1120" b="1" i="0" dirty="0">
                <a:solidFill>
                  <a:srgbClr val="7E0C0C"/>
                </a:solidFill>
                <a:latin typeface="Times New Roman"/>
              </a:rPr>
              <a:t>INFORMATION EXISTS ACROSS KELLEY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8C613-7A3B-2F45-8CDE-4450ED0EA1F3}"/>
              </a:ext>
            </a:extLst>
          </p:cNvPr>
          <p:cNvSpPr txBox="1"/>
          <p:nvPr/>
        </p:nvSpPr>
        <p:spPr>
          <a:xfrm>
            <a:off x="3168710" y="1798817"/>
            <a:ext cx="3418897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0" i="0" dirty="0">
                <a:solidFill>
                  <a:srgbClr val="191919"/>
                </a:solidFill>
                <a:latin typeface="Times New Roman"/>
              </a:rPr>
              <a:t>Websites  •  Student Organizations  •  </a:t>
            </a:r>
            <a:r>
              <a:rPr lang="en-US" sz="1200" b="0" i="0" dirty="0">
                <a:solidFill>
                  <a:srgbClr val="191919"/>
                </a:solidFill>
                <a:latin typeface="Times New Roman"/>
              </a:rPr>
              <a:t>Offices</a:t>
            </a:r>
            <a:r>
              <a:rPr sz="1200" b="0" i="0" dirty="0">
                <a:solidFill>
                  <a:srgbClr val="191919"/>
                </a:solidFill>
                <a:latin typeface="Times New Roman"/>
              </a:rPr>
              <a:t> 
Academic Support  •  Programs &amp; Opportunities  •  </a:t>
            </a:r>
            <a:r>
              <a:rPr lang="en-US" sz="1200" b="0" i="0" dirty="0">
                <a:solidFill>
                  <a:srgbClr val="191919"/>
                </a:solidFill>
                <a:latin typeface="Times New Roman"/>
              </a:rPr>
              <a:t>Career</a:t>
            </a:r>
            <a:r>
              <a:rPr lang="en-US" sz="1200" dirty="0">
                <a:solidFill>
                  <a:srgbClr val="191919"/>
                </a:solidFill>
              </a:rPr>
              <a:t> Resources</a:t>
            </a:r>
            <a:endParaRPr sz="1200" b="0" i="0" dirty="0">
              <a:solidFill>
                <a:srgbClr val="191919"/>
              </a:solidFill>
              <a:latin typeface="Times New Roman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D092F4E-46B7-13FC-3E8B-01D8FE71C839}"/>
              </a:ext>
            </a:extLst>
          </p:cNvPr>
          <p:cNvSpPr/>
          <p:nvPr/>
        </p:nvSpPr>
        <p:spPr>
          <a:xfrm>
            <a:off x="6656949" y="1837982"/>
            <a:ext cx="384048" cy="228600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E33331-F6F8-7315-74BE-7CC351588552}"/>
              </a:ext>
            </a:extLst>
          </p:cNvPr>
          <p:cNvSpPr/>
          <p:nvPr/>
        </p:nvSpPr>
        <p:spPr>
          <a:xfrm>
            <a:off x="7061116" y="1441177"/>
            <a:ext cx="1772333" cy="10776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254AF-B553-523A-BD48-344A20EDDA25}"/>
              </a:ext>
            </a:extLst>
          </p:cNvPr>
          <p:cNvSpPr txBox="1"/>
          <p:nvPr/>
        </p:nvSpPr>
        <p:spPr>
          <a:xfrm>
            <a:off x="7061115" y="1473935"/>
            <a:ext cx="1772333" cy="4001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1120" b="1" dirty="0">
                <a:solidFill>
                  <a:srgbClr val="7E0C0C"/>
                </a:solidFill>
                <a:latin typeface="Times New Roman"/>
              </a:rPr>
              <a:t>3. </a:t>
            </a:r>
            <a:r>
              <a:rPr sz="1120" b="1" i="0" dirty="0">
                <a:solidFill>
                  <a:srgbClr val="7E0C0C"/>
                </a:solidFill>
                <a:latin typeface="Times New Roman"/>
              </a:rPr>
              <a:t>STUDENT NAVIGATES THE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79969-C3FC-1555-8766-DA8827BC08DF}"/>
              </a:ext>
            </a:extLst>
          </p:cNvPr>
          <p:cNvSpPr txBox="1"/>
          <p:nvPr/>
        </p:nvSpPr>
        <p:spPr>
          <a:xfrm>
            <a:off x="7196064" y="1863817"/>
            <a:ext cx="150243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Search  →  Interpret  →  Compare
Determine Source  → </a:t>
            </a:r>
            <a:r>
              <a:rPr lang="en-US" sz="1000" b="0" i="0" dirty="0">
                <a:solidFill>
                  <a:srgbClr val="191919"/>
                </a:solidFill>
                <a:latin typeface="Times New Roman"/>
              </a:rPr>
              <a:t>   </a:t>
            </a:r>
            <a:r>
              <a:rPr sz="1000" b="0" i="0" dirty="0">
                <a:solidFill>
                  <a:srgbClr val="191919"/>
                </a:solidFill>
                <a:latin typeface="Times New Roman"/>
              </a:rPr>
              <a:t>Next Step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ABD7A8-E7E7-8E79-EAD8-C07CE70B99B1}"/>
              </a:ext>
            </a:extLst>
          </p:cNvPr>
          <p:cNvSpPr/>
          <p:nvPr/>
        </p:nvSpPr>
        <p:spPr>
          <a:xfrm>
            <a:off x="378483" y="2736620"/>
            <a:ext cx="5455335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9D99B1-C8CC-5CBF-4D76-0D3AAD73824C}"/>
              </a:ext>
            </a:extLst>
          </p:cNvPr>
          <p:cNvSpPr/>
          <p:nvPr/>
        </p:nvSpPr>
        <p:spPr>
          <a:xfrm>
            <a:off x="6176210" y="2736620"/>
            <a:ext cx="2657237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10D9B8-872E-B943-DFD9-F85A4CB95B39}"/>
              </a:ext>
            </a:extLst>
          </p:cNvPr>
          <p:cNvSpPr txBox="1"/>
          <p:nvPr/>
        </p:nvSpPr>
        <p:spPr>
          <a:xfrm>
            <a:off x="436506" y="2773196"/>
            <a:ext cx="4945620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THE INFORMATION GAP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C73BAD-8037-0B9B-5C2B-2786BCC2DE1E}"/>
              </a:ext>
            </a:extLst>
          </p:cNvPr>
          <p:cNvSpPr txBox="1"/>
          <p:nvPr/>
        </p:nvSpPr>
        <p:spPr>
          <a:xfrm>
            <a:off x="6280484" y="2773196"/>
            <a:ext cx="2585047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THE OPPORTUNITY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34197A-1914-D372-163E-0DFFEA527FED}"/>
              </a:ext>
            </a:extLst>
          </p:cNvPr>
          <p:cNvSpPr txBox="1"/>
          <p:nvPr/>
        </p:nvSpPr>
        <p:spPr>
          <a:xfrm>
            <a:off x="378484" y="3120267"/>
            <a:ext cx="5003642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7E0C0C"/>
                </a:solidFill>
                <a:latin typeface="Times New Roman"/>
              </a:rPr>
              <a:t>Students often know the question they need answered before they know where Kelley keeps the answer.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23BEB7-95A3-9BA8-25D5-B2760A0B65DF}"/>
              </a:ext>
            </a:extLst>
          </p:cNvPr>
          <p:cNvSpPr/>
          <p:nvPr/>
        </p:nvSpPr>
        <p:spPr>
          <a:xfrm>
            <a:off x="378484" y="3677437"/>
            <a:ext cx="1715011" cy="1223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00A177-909C-4CEE-8FE9-E3BC9DB766EE}"/>
              </a:ext>
            </a:extLst>
          </p:cNvPr>
          <p:cNvSpPr/>
          <p:nvPr/>
        </p:nvSpPr>
        <p:spPr>
          <a:xfrm>
            <a:off x="2248646" y="3677436"/>
            <a:ext cx="1715011" cy="1223425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4AD96B1-638D-BE96-21A6-B102163C7241}"/>
              </a:ext>
            </a:extLst>
          </p:cNvPr>
          <p:cNvSpPr/>
          <p:nvPr/>
        </p:nvSpPr>
        <p:spPr>
          <a:xfrm>
            <a:off x="4118808" y="3677437"/>
            <a:ext cx="1715011" cy="122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165BE4-4144-BBBE-2CC6-4337287DED66}"/>
              </a:ext>
            </a:extLst>
          </p:cNvPr>
          <p:cNvSpPr txBox="1"/>
          <p:nvPr/>
        </p:nvSpPr>
        <p:spPr>
          <a:xfrm>
            <a:off x="378484" y="3710083"/>
            <a:ext cx="1715012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 dirty="0">
                <a:solidFill>
                  <a:srgbClr val="7E0C0C"/>
                </a:solidFill>
                <a:latin typeface="Times New Roman"/>
              </a:rPr>
              <a:t>FRAGMENTED DISCOVERY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C84433-6969-59EA-2E05-C0FEACB56AF6}"/>
              </a:ext>
            </a:extLst>
          </p:cNvPr>
          <p:cNvSpPr txBox="1"/>
          <p:nvPr/>
        </p:nvSpPr>
        <p:spPr>
          <a:xfrm>
            <a:off x="2263454" y="3677437"/>
            <a:ext cx="1700203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 dirty="0">
                <a:solidFill>
                  <a:srgbClr val="7E0C0C"/>
                </a:solidFill>
                <a:latin typeface="Times New Roman"/>
              </a:rPr>
              <a:t>SEARCH REQUIRES CONTEXT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54089A-B641-3FFD-864E-888BCA720670}"/>
              </a:ext>
            </a:extLst>
          </p:cNvPr>
          <p:cNvSpPr txBox="1"/>
          <p:nvPr/>
        </p:nvSpPr>
        <p:spPr>
          <a:xfrm>
            <a:off x="4118807" y="3710083"/>
            <a:ext cx="1715011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 dirty="0">
                <a:solidFill>
                  <a:srgbClr val="7E0C0C"/>
                </a:solidFill>
                <a:latin typeface="Times New Roman"/>
              </a:rPr>
              <a:t>GENERAL AI LACKS CONTEXT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0A9541-FC50-5115-2428-6B579B22769B}"/>
              </a:ext>
            </a:extLst>
          </p:cNvPr>
          <p:cNvSpPr txBox="1"/>
          <p:nvPr/>
        </p:nvSpPr>
        <p:spPr>
          <a:xfrm>
            <a:off x="394479" y="4210199"/>
            <a:ext cx="1699016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Useful information can live across different resources, platforms, offices, and organizations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1159AE-9883-6FBF-56BF-5BC79B0828B3}"/>
              </a:ext>
            </a:extLst>
          </p:cNvPr>
          <p:cNvSpPr txBox="1"/>
          <p:nvPr/>
        </p:nvSpPr>
        <p:spPr>
          <a:xfrm>
            <a:off x="2263454" y="4210198"/>
            <a:ext cx="1651322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Traditional search works best when students already know the terminology, resource, or office to look for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CE86FE-8D7E-D555-527D-6FCB0FA46C9B}"/>
              </a:ext>
            </a:extLst>
          </p:cNvPr>
          <p:cNvSpPr txBox="1"/>
          <p:nvPr/>
        </p:nvSpPr>
        <p:spPr>
          <a:xfrm>
            <a:off x="4118807" y="4267254"/>
            <a:ext cx="1715011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General AI lack</a:t>
            </a:r>
            <a:r>
              <a:rPr lang="en-US" sz="1000" b="0" i="0" dirty="0">
                <a:solidFill>
                  <a:srgbClr val="191919"/>
                </a:solidFill>
                <a:latin typeface="Times New Roman"/>
              </a:rPr>
              <a:t>s</a:t>
            </a:r>
            <a:r>
              <a:rPr sz="1000" b="0" i="0" dirty="0">
                <a:solidFill>
                  <a:srgbClr val="191919"/>
                </a:solidFill>
                <a:latin typeface="Times New Roman"/>
              </a:rPr>
              <a:t> current, authoritative, Kelley specific information and institutional nuance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EBB1B9B-FE5C-E5BC-73A0-389C35FEDE06}"/>
              </a:ext>
            </a:extLst>
          </p:cNvPr>
          <p:cNvSpPr/>
          <p:nvPr/>
        </p:nvSpPr>
        <p:spPr>
          <a:xfrm>
            <a:off x="378483" y="5174312"/>
            <a:ext cx="8454964" cy="1033271"/>
          </a:xfrm>
          <a:prstGeom prst="rect">
            <a:avLst/>
          </a:prstGeom>
          <a:solidFill>
            <a:srgbClr val="FFFFFF"/>
          </a:solidFill>
          <a:ln w="1651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F45774-5405-9C73-BCE1-5A473922A6EF}"/>
              </a:ext>
            </a:extLst>
          </p:cNvPr>
          <p:cNvSpPr txBox="1"/>
          <p:nvPr/>
        </p:nvSpPr>
        <p:spPr>
          <a:xfrm>
            <a:off x="481823" y="5490151"/>
            <a:ext cx="192024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rgbClr val="7E0C0C"/>
                </a:solidFill>
                <a:latin typeface="Times New Roman"/>
              </a:rPr>
              <a:t>WHAT WE ARE EXPLORING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800A6D-F3A5-DCC9-71A1-F65BDA9A40F8}"/>
              </a:ext>
            </a:extLst>
          </p:cNvPr>
          <p:cNvSpPr txBox="1"/>
          <p:nvPr/>
        </p:nvSpPr>
        <p:spPr>
          <a:xfrm>
            <a:off x="1851119" y="5482457"/>
            <a:ext cx="6811058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1" i="0" dirty="0">
                <a:solidFill>
                  <a:srgbClr val="191919"/>
                </a:solidFill>
                <a:latin typeface="Times New Roman"/>
              </a:rPr>
              <a:t>A conversational AI interface grounded in approved Kelley information that helps students discover, understand, and navigate existing resources.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5EAF847-19AC-081F-48FF-2DA57389219E}"/>
              </a:ext>
            </a:extLst>
          </p:cNvPr>
          <p:cNvSpPr/>
          <p:nvPr/>
        </p:nvSpPr>
        <p:spPr>
          <a:xfrm>
            <a:off x="6176210" y="3188864"/>
            <a:ext cx="2657237" cy="1718063"/>
          </a:xfrm>
          <a:prstGeom prst="rect">
            <a:avLst/>
          </a:prstGeom>
          <a:solidFill>
            <a:srgbClr val="F7F5F4"/>
          </a:solidFill>
          <a:ln w="1524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3609CA-F762-874A-6225-E34A42D7122C}"/>
              </a:ext>
            </a:extLst>
          </p:cNvPr>
          <p:cNvSpPr txBox="1"/>
          <p:nvPr/>
        </p:nvSpPr>
        <p:spPr>
          <a:xfrm>
            <a:off x="6176209" y="3303081"/>
            <a:ext cx="2657237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 dirty="0">
                <a:solidFill>
                  <a:srgbClr val="5F5F5F"/>
                </a:solidFill>
                <a:latin typeface="Times New Roman"/>
              </a:rPr>
              <a:t>FROM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18B058-E34D-A4C0-F227-06C38C551CAA}"/>
              </a:ext>
            </a:extLst>
          </p:cNvPr>
          <p:cNvSpPr txBox="1"/>
          <p:nvPr/>
        </p:nvSpPr>
        <p:spPr>
          <a:xfrm>
            <a:off x="6176209" y="3585127"/>
            <a:ext cx="2657237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1" dirty="0">
                <a:solidFill>
                  <a:srgbClr val="191919"/>
                </a:solidFill>
                <a:latin typeface="Times New Roman"/>
              </a:rPr>
              <a:t>“Where should I look?”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8EDD52-78AE-A079-D54C-0D7D31492329}"/>
              </a:ext>
            </a:extLst>
          </p:cNvPr>
          <p:cNvSpPr txBox="1"/>
          <p:nvPr/>
        </p:nvSpPr>
        <p:spPr>
          <a:xfrm>
            <a:off x="6176209" y="3988597"/>
            <a:ext cx="2657237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5F5F5F"/>
                </a:solidFill>
                <a:latin typeface="Times New Roman"/>
              </a:rPr>
              <a:t>TO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246847-B970-4E5F-F498-A73D96794E6C}"/>
              </a:ext>
            </a:extLst>
          </p:cNvPr>
          <p:cNvSpPr txBox="1"/>
          <p:nvPr/>
        </p:nvSpPr>
        <p:spPr>
          <a:xfrm>
            <a:off x="6176209" y="4257205"/>
            <a:ext cx="2657237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1" dirty="0">
                <a:solidFill>
                  <a:srgbClr val="7E0C0C"/>
                </a:solidFill>
                <a:latin typeface="Times New Roman"/>
              </a:rPr>
              <a:t>“Here is what I need.”</a:t>
            </a:r>
          </a:p>
        </p:txBody>
      </p:sp>
    </p:spTree>
    <p:extLst>
      <p:ext uri="{BB962C8B-B14F-4D97-AF65-F5344CB8AC3E}">
        <p14:creationId xmlns:p14="http://schemas.microsoft.com/office/powerpoint/2010/main" val="380479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36BC-0E6B-2417-60DB-48CD4E1E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0AD-8F3A-4101-384F-980D2352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How The Kelley AI Resource Would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E7E1F-47F0-70AF-359B-21F5FC01F96A}"/>
              </a:ext>
            </a:extLst>
          </p:cNvPr>
          <p:cNvSpPr/>
          <p:nvPr/>
        </p:nvSpPr>
        <p:spPr>
          <a:xfrm>
            <a:off x="378484" y="1094190"/>
            <a:ext cx="8454965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76C73-6D4F-6A02-3242-0FC3712FD6C5}"/>
              </a:ext>
            </a:extLst>
          </p:cNvPr>
          <p:cNvSpPr txBox="1"/>
          <p:nvPr/>
        </p:nvSpPr>
        <p:spPr>
          <a:xfrm>
            <a:off x="436506" y="1130766"/>
            <a:ext cx="1032357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THE FIVE-STEP FLOW</a:t>
            </a:r>
            <a:endParaRPr sz="12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BF8B53-E51F-541B-742A-A0CF64B7A15D}"/>
              </a:ext>
            </a:extLst>
          </p:cNvPr>
          <p:cNvSpPr/>
          <p:nvPr/>
        </p:nvSpPr>
        <p:spPr>
          <a:xfrm>
            <a:off x="7522234" y="1454562"/>
            <a:ext cx="1311212" cy="1745835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C7340B-B755-34C7-C6D1-68C98A5E95BD}"/>
              </a:ext>
            </a:extLst>
          </p:cNvPr>
          <p:cNvSpPr/>
          <p:nvPr/>
        </p:nvSpPr>
        <p:spPr>
          <a:xfrm>
            <a:off x="394479" y="1453668"/>
            <a:ext cx="1311212" cy="1746731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2FAFA6-8AA6-4019-EA96-BE8E88D9D9C7}"/>
              </a:ext>
            </a:extLst>
          </p:cNvPr>
          <p:cNvSpPr/>
          <p:nvPr/>
        </p:nvSpPr>
        <p:spPr>
          <a:xfrm>
            <a:off x="2173692" y="1459141"/>
            <a:ext cx="1311212" cy="174125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0444E1-6883-FD78-8B29-F45584263F88}"/>
              </a:ext>
            </a:extLst>
          </p:cNvPr>
          <p:cNvSpPr/>
          <p:nvPr/>
        </p:nvSpPr>
        <p:spPr>
          <a:xfrm>
            <a:off x="3958356" y="1445157"/>
            <a:ext cx="1311212" cy="1755242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378B99-DF04-FFC1-A388-31D0B0332A10}"/>
              </a:ext>
            </a:extLst>
          </p:cNvPr>
          <p:cNvSpPr/>
          <p:nvPr/>
        </p:nvSpPr>
        <p:spPr>
          <a:xfrm>
            <a:off x="5823217" y="1451621"/>
            <a:ext cx="1311212" cy="174877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C392E01-959E-6762-4FC8-D4F929736E67}"/>
              </a:ext>
            </a:extLst>
          </p:cNvPr>
          <p:cNvSpPr/>
          <p:nvPr/>
        </p:nvSpPr>
        <p:spPr>
          <a:xfrm>
            <a:off x="1805247" y="1988557"/>
            <a:ext cx="228600" cy="164592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76B58F8C-72D9-F47A-88FC-E99342BB69D3}"/>
              </a:ext>
            </a:extLst>
          </p:cNvPr>
          <p:cNvSpPr/>
          <p:nvPr/>
        </p:nvSpPr>
        <p:spPr>
          <a:xfrm>
            <a:off x="3632292" y="1988557"/>
            <a:ext cx="228600" cy="164592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F481F098-2D5F-9E40-1646-7137BD9F8521}"/>
              </a:ext>
            </a:extLst>
          </p:cNvPr>
          <p:cNvSpPr/>
          <p:nvPr/>
        </p:nvSpPr>
        <p:spPr>
          <a:xfrm>
            <a:off x="5440552" y="1988557"/>
            <a:ext cx="228600" cy="164592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D27F6EBF-2F80-9FF3-E110-AC8549DAA36A}"/>
              </a:ext>
            </a:extLst>
          </p:cNvPr>
          <p:cNvSpPr/>
          <p:nvPr/>
        </p:nvSpPr>
        <p:spPr>
          <a:xfrm>
            <a:off x="7214031" y="1988557"/>
            <a:ext cx="228600" cy="164592"/>
          </a:xfrm>
          <a:prstGeom prst="rightArrow">
            <a:avLst/>
          </a:prstGeom>
          <a:solidFill>
            <a:srgbClr val="7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4979A0-58C2-474F-8C36-93E94A9B020F}"/>
              </a:ext>
            </a:extLst>
          </p:cNvPr>
          <p:cNvSpPr txBox="1"/>
          <p:nvPr/>
        </p:nvSpPr>
        <p:spPr>
          <a:xfrm>
            <a:off x="467858" y="1473125"/>
            <a:ext cx="34747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7E0C0C"/>
                </a:solidFill>
                <a:latin typeface="Times New Roman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584E0-7BA6-D3A6-679E-10636E0A52F0}"/>
              </a:ext>
            </a:extLst>
          </p:cNvPr>
          <p:cNvSpPr txBox="1"/>
          <p:nvPr/>
        </p:nvSpPr>
        <p:spPr>
          <a:xfrm>
            <a:off x="2248646" y="1473125"/>
            <a:ext cx="34747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US" sz="1500" b="1" dirty="0">
                <a:solidFill>
                  <a:srgbClr val="7E0C0C"/>
                </a:solidFill>
                <a:latin typeface="Times New Roman"/>
              </a:rPr>
              <a:t>2</a:t>
            </a:r>
            <a:endParaRPr sz="1500" b="1" i="0" dirty="0">
              <a:solidFill>
                <a:srgbClr val="7E0C0C"/>
              </a:solidFill>
              <a:latin typeface="Times New Roman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995B30-80A3-0CFF-650E-8397E1743660}"/>
              </a:ext>
            </a:extLst>
          </p:cNvPr>
          <p:cNvSpPr txBox="1"/>
          <p:nvPr/>
        </p:nvSpPr>
        <p:spPr>
          <a:xfrm>
            <a:off x="4038553" y="1473125"/>
            <a:ext cx="34747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US" sz="1500" b="1" dirty="0">
                <a:solidFill>
                  <a:srgbClr val="7E0C0C"/>
                </a:solidFill>
                <a:latin typeface="Times New Roman"/>
              </a:rPr>
              <a:t>3</a:t>
            </a:r>
            <a:endParaRPr sz="1500" b="1" i="0" dirty="0">
              <a:solidFill>
                <a:srgbClr val="7E0C0C"/>
              </a:solidFill>
              <a:latin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26C5C-1ED9-C703-2524-9A3AC96D28A3}"/>
              </a:ext>
            </a:extLst>
          </p:cNvPr>
          <p:cNvSpPr txBox="1"/>
          <p:nvPr/>
        </p:nvSpPr>
        <p:spPr>
          <a:xfrm>
            <a:off x="5876646" y="1479115"/>
            <a:ext cx="34747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US" sz="1500" b="1" dirty="0">
                <a:solidFill>
                  <a:srgbClr val="7E0C0C"/>
                </a:solidFill>
                <a:latin typeface="Times New Roman"/>
              </a:rPr>
              <a:t>4</a:t>
            </a:r>
            <a:endParaRPr sz="1500" b="1" i="0" dirty="0">
              <a:solidFill>
                <a:srgbClr val="7E0C0C"/>
              </a:solidFill>
              <a:latin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D856A-1353-30EE-3974-BAD70E0D008A}"/>
              </a:ext>
            </a:extLst>
          </p:cNvPr>
          <p:cNvSpPr txBox="1"/>
          <p:nvPr/>
        </p:nvSpPr>
        <p:spPr>
          <a:xfrm>
            <a:off x="7573007" y="1477771"/>
            <a:ext cx="34747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US" sz="1500" b="1" dirty="0">
                <a:solidFill>
                  <a:srgbClr val="7E0C0C"/>
                </a:solidFill>
                <a:latin typeface="Times New Roman"/>
              </a:rPr>
              <a:t>5</a:t>
            </a:r>
            <a:endParaRPr sz="1500" b="1" i="0" dirty="0">
              <a:solidFill>
                <a:srgbClr val="7E0C0C"/>
              </a:solidFill>
              <a:latin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3054D0-0386-7DFA-ECEB-1C7261439939}"/>
              </a:ext>
            </a:extLst>
          </p:cNvPr>
          <p:cNvSpPr txBox="1"/>
          <p:nvPr/>
        </p:nvSpPr>
        <p:spPr>
          <a:xfrm>
            <a:off x="408883" y="1750813"/>
            <a:ext cx="1298900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 dirty="0">
                <a:solidFill>
                  <a:srgbClr val="191919"/>
                </a:solidFill>
                <a:latin typeface="Times New Roman"/>
              </a:rPr>
              <a:t>STUDENT QUESTION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DF446F-E0A1-2946-F0DB-5972B4EC92A7}"/>
              </a:ext>
            </a:extLst>
          </p:cNvPr>
          <p:cNvSpPr txBox="1"/>
          <p:nvPr/>
        </p:nvSpPr>
        <p:spPr>
          <a:xfrm>
            <a:off x="408883" y="2089374"/>
            <a:ext cx="1291357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Natural language input
“I’m a </a:t>
            </a:r>
            <a:r>
              <a:rPr lang="en-US" sz="1000" b="0" i="0" dirty="0">
                <a:solidFill>
                  <a:srgbClr val="191919"/>
                </a:solidFill>
                <a:latin typeface="Times New Roman"/>
              </a:rPr>
              <a:t>freshman</a:t>
            </a:r>
            <a:r>
              <a:rPr sz="1000" b="0" i="0" dirty="0">
                <a:solidFill>
                  <a:srgbClr val="191919"/>
                </a:solidFill>
                <a:latin typeface="Times New Roman"/>
              </a:rPr>
              <a:t> interested in consulting</a:t>
            </a:r>
            <a:r>
              <a:rPr lang="en-US" sz="1000" b="0" i="0" dirty="0">
                <a:solidFill>
                  <a:srgbClr val="191919"/>
                </a:solidFill>
                <a:latin typeface="Times New Roman"/>
              </a:rPr>
              <a:t>, </a:t>
            </a:r>
            <a:r>
              <a:rPr sz="1000" b="0" i="0" dirty="0">
                <a:solidFill>
                  <a:srgbClr val="191919"/>
                </a:solidFill>
                <a:latin typeface="Times New Roman"/>
              </a:rPr>
              <a:t>what Kelley resources should I use?”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277017-64FF-CDA4-BB95-FB8464C46A86}"/>
              </a:ext>
            </a:extLst>
          </p:cNvPr>
          <p:cNvSpPr txBox="1"/>
          <p:nvPr/>
        </p:nvSpPr>
        <p:spPr>
          <a:xfrm>
            <a:off x="2173692" y="1724202"/>
            <a:ext cx="1311212" cy="3690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19" b="1" i="0" dirty="0">
                <a:solidFill>
                  <a:srgbClr val="191919"/>
                </a:solidFill>
                <a:latin typeface="Times New Roman"/>
              </a:rPr>
              <a:t>INTENT UNDERSTANDING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5BC867-9E45-B2F8-CE20-850758CC637C}"/>
              </a:ext>
            </a:extLst>
          </p:cNvPr>
          <p:cNvSpPr txBox="1"/>
          <p:nvPr/>
        </p:nvSpPr>
        <p:spPr>
          <a:xfrm>
            <a:off x="2200384" y="2243261"/>
            <a:ext cx="128452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Identifies objective, stage, information need, and requested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502620-3BAD-0D63-05E5-60466D36A582}"/>
              </a:ext>
            </a:extLst>
          </p:cNvPr>
          <p:cNvSpPr txBox="1"/>
          <p:nvPr/>
        </p:nvSpPr>
        <p:spPr>
          <a:xfrm>
            <a:off x="4036749" y="1750813"/>
            <a:ext cx="1232819" cy="3690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19" b="1" i="0" dirty="0">
                <a:solidFill>
                  <a:srgbClr val="191919"/>
                </a:solidFill>
                <a:latin typeface="Times New Roman"/>
              </a:rPr>
              <a:t>KNOWLEDGE RETRIEVAL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85EA5E-27C1-1633-0F96-130B9F78BFB0}"/>
              </a:ext>
            </a:extLst>
          </p:cNvPr>
          <p:cNvSpPr txBox="1"/>
          <p:nvPr/>
        </p:nvSpPr>
        <p:spPr>
          <a:xfrm>
            <a:off x="3989442" y="2282709"/>
            <a:ext cx="1280126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RAG searches an approved Kelley knowledge base for relevant information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9425A1-0E9C-2ECC-18E1-AFAB05D132C6}"/>
              </a:ext>
            </a:extLst>
          </p:cNvPr>
          <p:cNvSpPr txBox="1"/>
          <p:nvPr/>
        </p:nvSpPr>
        <p:spPr>
          <a:xfrm>
            <a:off x="5823218" y="2243261"/>
            <a:ext cx="1311212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Interprets retrieved information and organizes it into a contextual response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BF168C-E2D0-98DC-0F8F-2F86CB8899DA}"/>
              </a:ext>
            </a:extLst>
          </p:cNvPr>
          <p:cNvSpPr txBox="1"/>
          <p:nvPr/>
        </p:nvSpPr>
        <p:spPr>
          <a:xfrm>
            <a:off x="5909665" y="1750813"/>
            <a:ext cx="1224763" cy="2122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19" b="1" i="0" dirty="0">
                <a:solidFill>
                  <a:srgbClr val="191919"/>
                </a:solidFill>
                <a:latin typeface="Times New Roman"/>
              </a:rPr>
              <a:t>LLM SYNTHESIS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AF6DFC-4DA9-8E3E-4011-6D60977A3BCA}"/>
              </a:ext>
            </a:extLst>
          </p:cNvPr>
          <p:cNvSpPr txBox="1"/>
          <p:nvPr/>
        </p:nvSpPr>
        <p:spPr>
          <a:xfrm>
            <a:off x="7564036" y="1753763"/>
            <a:ext cx="1572768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 dirty="0">
                <a:solidFill>
                  <a:srgbClr val="191919"/>
                </a:solidFill>
                <a:latin typeface="Times New Roman"/>
              </a:rPr>
              <a:t>KELLEY RESPONSE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E07B6F-EAF7-4E78-1CCF-2BA25CB0390D}"/>
              </a:ext>
            </a:extLst>
          </p:cNvPr>
          <p:cNvSpPr txBox="1"/>
          <p:nvPr/>
        </p:nvSpPr>
        <p:spPr>
          <a:xfrm>
            <a:off x="7522233" y="2285997"/>
            <a:ext cx="1311213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Direct answer, relevant resources, next steps, sources, and human hand-off when appropriate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9429FD-A634-142C-4CA5-F5962B0C1BCB}"/>
              </a:ext>
            </a:extLst>
          </p:cNvPr>
          <p:cNvSpPr/>
          <p:nvPr/>
        </p:nvSpPr>
        <p:spPr>
          <a:xfrm>
            <a:off x="378484" y="3451476"/>
            <a:ext cx="4548396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4DE2E3-65DD-FDDF-B87A-B04EF067D542}"/>
              </a:ext>
            </a:extLst>
          </p:cNvPr>
          <p:cNvSpPr txBox="1"/>
          <p:nvPr/>
        </p:nvSpPr>
        <p:spPr>
          <a:xfrm>
            <a:off x="467858" y="3497544"/>
            <a:ext cx="3836723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WHY RAG MATTERS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E01BA8-AA62-5C13-F601-ACE5D97D91AF}"/>
              </a:ext>
            </a:extLst>
          </p:cNvPr>
          <p:cNvSpPr/>
          <p:nvPr/>
        </p:nvSpPr>
        <p:spPr>
          <a:xfrm>
            <a:off x="378484" y="3890267"/>
            <a:ext cx="1426763" cy="1070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DAB80C-C0B2-2855-3671-71BC296CD3AD}"/>
              </a:ext>
            </a:extLst>
          </p:cNvPr>
          <p:cNvSpPr/>
          <p:nvPr/>
        </p:nvSpPr>
        <p:spPr>
          <a:xfrm>
            <a:off x="1930333" y="3890267"/>
            <a:ext cx="1426763" cy="1070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9912E6-A3BB-C4FB-644E-F6EA24C619DD}"/>
              </a:ext>
            </a:extLst>
          </p:cNvPr>
          <p:cNvSpPr/>
          <p:nvPr/>
        </p:nvSpPr>
        <p:spPr>
          <a:xfrm>
            <a:off x="3500117" y="3890266"/>
            <a:ext cx="1426763" cy="1070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E082D9-FD8F-B03E-7388-D0CB4636BE81}"/>
              </a:ext>
            </a:extLst>
          </p:cNvPr>
          <p:cNvSpPr txBox="1"/>
          <p:nvPr/>
        </p:nvSpPr>
        <p:spPr>
          <a:xfrm>
            <a:off x="423493" y="3890266"/>
            <a:ext cx="135331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CURRENT INFORMATION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885BCE-E0A1-D9D7-E37D-A5DBCF4C0AAB}"/>
              </a:ext>
            </a:extLst>
          </p:cNvPr>
          <p:cNvSpPr txBox="1"/>
          <p:nvPr/>
        </p:nvSpPr>
        <p:spPr>
          <a:xfrm>
            <a:off x="2002143" y="3896361"/>
            <a:ext cx="135331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KELLEY GROUNDING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8200A8-714A-70B2-042B-5F79DB0DAA09}"/>
              </a:ext>
            </a:extLst>
          </p:cNvPr>
          <p:cNvSpPr txBox="1"/>
          <p:nvPr/>
        </p:nvSpPr>
        <p:spPr>
          <a:xfrm>
            <a:off x="3536842" y="3906172"/>
            <a:ext cx="135331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SOURCE TRANSPARENCY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D6862D-ABAF-22A1-6F12-4379AB79C235}"/>
              </a:ext>
            </a:extLst>
          </p:cNvPr>
          <p:cNvSpPr txBox="1"/>
          <p:nvPr/>
        </p:nvSpPr>
        <p:spPr>
          <a:xfrm>
            <a:off x="394480" y="4269348"/>
            <a:ext cx="1382326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The knowledge base can be updated independently of the underlying 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1CFE10-F3C0-57F1-387B-CC78B53A4FAD}"/>
              </a:ext>
            </a:extLst>
          </p:cNvPr>
          <p:cNvSpPr txBox="1"/>
          <p:nvPr/>
        </p:nvSpPr>
        <p:spPr>
          <a:xfrm>
            <a:off x="1930333" y="4255671"/>
            <a:ext cx="1425122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Responses use retrieved Kelley information rather than general model knowledge alone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CFDFAB-F465-AFD4-5DBA-F3DAB7F4EA2F}"/>
              </a:ext>
            </a:extLst>
          </p:cNvPr>
          <p:cNvSpPr txBox="1"/>
          <p:nvPr/>
        </p:nvSpPr>
        <p:spPr>
          <a:xfrm>
            <a:off x="3515043" y="4269348"/>
            <a:ext cx="1353312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 i="0" dirty="0">
                <a:solidFill>
                  <a:srgbClr val="191919"/>
                </a:solidFill>
                <a:latin typeface="Times New Roman"/>
              </a:rPr>
              <a:t>Answers can point students back to the authoritative Kelley source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B871B2D-3C42-E291-9E8C-C3D4E90F1D72}"/>
              </a:ext>
            </a:extLst>
          </p:cNvPr>
          <p:cNvSpPr/>
          <p:nvPr/>
        </p:nvSpPr>
        <p:spPr>
          <a:xfrm>
            <a:off x="5269569" y="3450062"/>
            <a:ext cx="3563878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46979E-2278-90EF-7CA6-08C17466A1CF}"/>
              </a:ext>
            </a:extLst>
          </p:cNvPr>
          <p:cNvSpPr txBox="1"/>
          <p:nvPr/>
        </p:nvSpPr>
        <p:spPr>
          <a:xfrm>
            <a:off x="5424167" y="3486638"/>
            <a:ext cx="499262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DESIGN PRINCIPLES &amp; SAFEGUARDS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890655-BE0A-6870-11F9-961143A2CE61}"/>
              </a:ext>
            </a:extLst>
          </p:cNvPr>
          <p:cNvSpPr txBox="1"/>
          <p:nvPr/>
        </p:nvSpPr>
        <p:spPr>
          <a:xfrm>
            <a:off x="5269568" y="3889851"/>
            <a:ext cx="19441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APPROVED SOURCES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7F1E14-5CBE-0DD7-3DE1-018D8B306D18}"/>
              </a:ext>
            </a:extLst>
          </p:cNvPr>
          <p:cNvSpPr txBox="1"/>
          <p:nvPr/>
        </p:nvSpPr>
        <p:spPr>
          <a:xfrm>
            <a:off x="5269568" y="4100163"/>
            <a:ext cx="19441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Only designated information enters the Kelley knowledge environment.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FA5AE2-099B-B0F1-1CD6-985F2B8B8BCF}"/>
              </a:ext>
            </a:extLst>
          </p:cNvPr>
          <p:cNvSpPr txBox="1"/>
          <p:nvPr/>
        </p:nvSpPr>
        <p:spPr>
          <a:xfrm>
            <a:off x="5269568" y="4493355"/>
            <a:ext cx="19441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HUMAN ESCALATION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629D76-4E2B-313E-D466-11A5DCADC8A6}"/>
              </a:ext>
            </a:extLst>
          </p:cNvPr>
          <p:cNvSpPr txBox="1"/>
          <p:nvPr/>
        </p:nvSpPr>
        <p:spPr>
          <a:xfrm>
            <a:off x="5269568" y="4703667"/>
            <a:ext cx="19441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Judgment, personal advising, or sensitive questions route to Kelley professionals.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9BEBD4-B9C7-9725-1542-0C2FAA9AB740}"/>
              </a:ext>
            </a:extLst>
          </p:cNvPr>
          <p:cNvSpPr txBox="1"/>
          <p:nvPr/>
        </p:nvSpPr>
        <p:spPr>
          <a:xfrm>
            <a:off x="5269568" y="5096859"/>
            <a:ext cx="19441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ACCURACY MONITORING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F7A515-4D5B-03E4-627A-7EBE2B7EE9D8}"/>
              </a:ext>
            </a:extLst>
          </p:cNvPr>
          <p:cNvSpPr txBox="1"/>
          <p:nvPr/>
        </p:nvSpPr>
        <p:spPr>
          <a:xfrm>
            <a:off x="5269568" y="5307171"/>
            <a:ext cx="19441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Responses evaluated for relevance, grounding, and reliability.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E7F45C-461F-1D92-CDF4-5E8D2305B72B}"/>
              </a:ext>
            </a:extLst>
          </p:cNvPr>
          <p:cNvSpPr txBox="1"/>
          <p:nvPr/>
        </p:nvSpPr>
        <p:spPr>
          <a:xfrm>
            <a:off x="7336593" y="3828053"/>
            <a:ext cx="1591747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SOURCE ATTRIBUTION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61D507-7D5D-2E0C-468C-E27DF1F80DCB}"/>
              </a:ext>
            </a:extLst>
          </p:cNvPr>
          <p:cNvSpPr txBox="1"/>
          <p:nvPr/>
        </p:nvSpPr>
        <p:spPr>
          <a:xfrm>
            <a:off x="7336593" y="4038365"/>
            <a:ext cx="149685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Students can see where institutional information originates.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AE1A56-6124-20A0-7FAC-93D936E287A2}"/>
              </a:ext>
            </a:extLst>
          </p:cNvPr>
          <p:cNvSpPr txBox="1"/>
          <p:nvPr/>
        </p:nvSpPr>
        <p:spPr>
          <a:xfrm>
            <a:off x="7336593" y="4500569"/>
            <a:ext cx="1496853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PRIVACY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AEFA88-860B-BB83-E50E-7024C958E340}"/>
              </a:ext>
            </a:extLst>
          </p:cNvPr>
          <p:cNvSpPr txBox="1"/>
          <p:nvPr/>
        </p:nvSpPr>
        <p:spPr>
          <a:xfrm>
            <a:off x="7336593" y="4710881"/>
            <a:ext cx="149685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Designed around appropriate institutional data and privacy requirements.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51D211-73DF-6981-CE49-80B5575FEE15}"/>
              </a:ext>
            </a:extLst>
          </p:cNvPr>
          <p:cNvSpPr txBox="1"/>
          <p:nvPr/>
        </p:nvSpPr>
        <p:spPr>
          <a:xfrm>
            <a:off x="7328331" y="5217941"/>
            <a:ext cx="1496853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DEFINED SCOPE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F9DBDA-D6EA-B444-D4B0-885DA143FFBC}"/>
              </a:ext>
            </a:extLst>
          </p:cNvPr>
          <p:cNvSpPr txBox="1"/>
          <p:nvPr/>
        </p:nvSpPr>
        <p:spPr>
          <a:xfrm>
            <a:off x="7336593" y="5427229"/>
            <a:ext cx="149685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 dirty="0">
                <a:solidFill>
                  <a:srgbClr val="191919"/>
                </a:solidFill>
                <a:latin typeface="Times New Roman"/>
              </a:rPr>
              <a:t>The resource communicates what it can and cannot reliably answer.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7CD6F60-4FE6-DE7B-678D-4ABA12228A85}"/>
              </a:ext>
            </a:extLst>
          </p:cNvPr>
          <p:cNvSpPr/>
          <p:nvPr/>
        </p:nvSpPr>
        <p:spPr>
          <a:xfrm>
            <a:off x="383386" y="5236872"/>
            <a:ext cx="4543494" cy="823288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B69622-628A-9AAA-70C2-6B789AB2CE13}"/>
              </a:ext>
            </a:extLst>
          </p:cNvPr>
          <p:cNvSpPr txBox="1"/>
          <p:nvPr/>
        </p:nvSpPr>
        <p:spPr>
          <a:xfrm>
            <a:off x="507447" y="5270851"/>
            <a:ext cx="4342703" cy="7109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/>
              </a:rPr>
              <a:t>THE LLM IS THE INTERFACE</a:t>
            </a:r>
            <a:endParaRPr lang="en-US" sz="1200" b="1" i="0" dirty="0">
              <a:solidFill>
                <a:srgbClr val="FFFFFF"/>
              </a:solidFill>
              <a:latin typeface="Times New Roman"/>
            </a:endParaRPr>
          </a:p>
          <a:p>
            <a:pPr algn="ctr"/>
            <a:endParaRPr lang="en-US" sz="980" b="1" i="0" dirty="0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1100" b="1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100" b="0" i="0" dirty="0">
                <a:solidFill>
                  <a:srgbClr val="FFFFFF"/>
                </a:solidFill>
                <a:latin typeface="Times New Roman"/>
              </a:rPr>
              <a:t>Kelley approved information remains authoritative</a:t>
            </a:r>
            <a:r>
              <a:rPr lang="en-US" sz="11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1100" b="0" i="0" dirty="0">
                <a:solidFill>
                  <a:srgbClr val="FFFFFF"/>
                </a:solidFill>
                <a:latin typeface="Times New Roman"/>
              </a:rPr>
              <a:t>the AI helps students find, interpret, and navigate it</a:t>
            </a:r>
          </a:p>
        </p:txBody>
      </p:sp>
    </p:spTree>
    <p:extLst>
      <p:ext uri="{BB962C8B-B14F-4D97-AF65-F5344CB8AC3E}">
        <p14:creationId xmlns:p14="http://schemas.microsoft.com/office/powerpoint/2010/main" val="280938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0973-55F5-8E60-05CE-D971E667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F08F-B310-7FB8-012A-C7848659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84" y="704348"/>
            <a:ext cx="8454965" cy="426418"/>
          </a:xfrm>
        </p:spPr>
        <p:txBody>
          <a:bodyPr anchor="ctr"/>
          <a:lstStyle/>
          <a:p>
            <a:r>
              <a:rPr lang="en-US" b="1" dirty="0"/>
              <a:t>How This Could Improve The Kelley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6B837-A68B-E6C9-D8C8-5FC2EAEF840D}"/>
              </a:ext>
            </a:extLst>
          </p:cNvPr>
          <p:cNvSpPr txBox="1"/>
          <p:nvPr/>
        </p:nvSpPr>
        <p:spPr>
          <a:xfrm>
            <a:off x="436506" y="1130766"/>
            <a:ext cx="1032357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THE FIVE-STEP FLOW</a:t>
            </a:r>
            <a:endParaRPr sz="12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5B5021-94AE-52AF-9B10-DCA8B401E5A1}"/>
              </a:ext>
            </a:extLst>
          </p:cNvPr>
          <p:cNvSpPr txBox="1"/>
          <p:nvPr/>
        </p:nvSpPr>
        <p:spPr>
          <a:xfrm>
            <a:off x="5424167" y="3486638"/>
            <a:ext cx="499262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DESIGN PRINCIPLES &amp; SAFEGUARDS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8BFA1-7670-CACA-49BC-C0C87D2AFF07}"/>
              </a:ext>
            </a:extLst>
          </p:cNvPr>
          <p:cNvSpPr/>
          <p:nvPr/>
        </p:nvSpPr>
        <p:spPr>
          <a:xfrm>
            <a:off x="378484" y="1249638"/>
            <a:ext cx="4892256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810F3-B089-68C0-C278-E92630471177}"/>
              </a:ext>
            </a:extLst>
          </p:cNvPr>
          <p:cNvSpPr txBox="1"/>
          <p:nvPr/>
        </p:nvSpPr>
        <p:spPr>
          <a:xfrm>
            <a:off x="451636" y="1286214"/>
            <a:ext cx="547725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WHAT COULD STUDENTS ACTUALLY ASK?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198BD-1BAD-E726-FFAC-B4A2EFD70799}"/>
              </a:ext>
            </a:extLst>
          </p:cNvPr>
          <p:cNvSpPr/>
          <p:nvPr/>
        </p:nvSpPr>
        <p:spPr>
          <a:xfrm>
            <a:off x="5598294" y="1246288"/>
            <a:ext cx="3235155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42CA8-DD3A-B787-2A76-D4F37CEA7583}"/>
              </a:ext>
            </a:extLst>
          </p:cNvPr>
          <p:cNvSpPr txBox="1"/>
          <p:nvPr/>
        </p:nvSpPr>
        <p:spPr>
          <a:xfrm>
            <a:off x="5684771" y="1289564"/>
            <a:ext cx="447141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/>
              </a:rPr>
              <a:t>VALUE TO KELLEY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D1B4B-9ADB-684B-45A7-9F78035622F3}"/>
              </a:ext>
            </a:extLst>
          </p:cNvPr>
          <p:cNvSpPr/>
          <p:nvPr/>
        </p:nvSpPr>
        <p:spPr>
          <a:xfrm>
            <a:off x="378484" y="1709770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33F3D8-8768-F28B-2F27-19C3AE202FAD}"/>
              </a:ext>
            </a:extLst>
          </p:cNvPr>
          <p:cNvSpPr/>
          <p:nvPr/>
        </p:nvSpPr>
        <p:spPr>
          <a:xfrm>
            <a:off x="2983662" y="1709770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FABFC-2E40-E39A-5A33-99DC3D771F2A}"/>
              </a:ext>
            </a:extLst>
          </p:cNvPr>
          <p:cNvSpPr/>
          <p:nvPr/>
        </p:nvSpPr>
        <p:spPr>
          <a:xfrm>
            <a:off x="378484" y="2499086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052583-F6BE-8D30-69C8-7B4610278715}"/>
              </a:ext>
            </a:extLst>
          </p:cNvPr>
          <p:cNvSpPr/>
          <p:nvPr/>
        </p:nvSpPr>
        <p:spPr>
          <a:xfrm>
            <a:off x="2983662" y="2499086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1C242F-3275-94F4-99A9-3499A3A9BAA7}"/>
              </a:ext>
            </a:extLst>
          </p:cNvPr>
          <p:cNvSpPr/>
          <p:nvPr/>
        </p:nvSpPr>
        <p:spPr>
          <a:xfrm>
            <a:off x="378484" y="3288402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2B6FC2-D80C-8A83-A0A3-2A4E4135F393}"/>
              </a:ext>
            </a:extLst>
          </p:cNvPr>
          <p:cNvSpPr/>
          <p:nvPr/>
        </p:nvSpPr>
        <p:spPr>
          <a:xfrm>
            <a:off x="2983662" y="3288402"/>
            <a:ext cx="228707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CA1C37-42C8-E08B-0C14-2A9D5A0C3F33}"/>
              </a:ext>
            </a:extLst>
          </p:cNvPr>
          <p:cNvSpPr txBox="1"/>
          <p:nvPr/>
        </p:nvSpPr>
        <p:spPr>
          <a:xfrm>
            <a:off x="436506" y="1732730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ACADEMICS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02E70E-BC81-9538-49B5-4321F1ECCA79}"/>
              </a:ext>
            </a:extLst>
          </p:cNvPr>
          <p:cNvSpPr txBox="1"/>
          <p:nvPr/>
        </p:nvSpPr>
        <p:spPr>
          <a:xfrm>
            <a:off x="436506" y="2563094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INVOLVEMENT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B946C5-2445-CCE2-801F-2FCD024D3EBF}"/>
              </a:ext>
            </a:extLst>
          </p:cNvPr>
          <p:cNvSpPr txBox="1"/>
          <p:nvPr/>
        </p:nvSpPr>
        <p:spPr>
          <a:xfrm>
            <a:off x="451636" y="3349478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I-CORE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53022-BB6E-2C39-692A-47F77900DC7F}"/>
              </a:ext>
            </a:extLst>
          </p:cNvPr>
          <p:cNvSpPr txBox="1"/>
          <p:nvPr/>
        </p:nvSpPr>
        <p:spPr>
          <a:xfrm>
            <a:off x="3065015" y="1743427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CAREER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68B96E-6215-E36A-5C9A-1F4F32CD3A3A}"/>
              </a:ext>
            </a:extLst>
          </p:cNvPr>
          <p:cNvSpPr txBox="1"/>
          <p:nvPr/>
        </p:nvSpPr>
        <p:spPr>
          <a:xfrm>
            <a:off x="3065015" y="2563094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PROGRAMS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2FE9E8-E375-D941-5A28-CACBB748B740}"/>
              </a:ext>
            </a:extLst>
          </p:cNvPr>
          <p:cNvSpPr txBox="1"/>
          <p:nvPr/>
        </p:nvSpPr>
        <p:spPr>
          <a:xfrm>
            <a:off x="3065015" y="3327840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NAVIGATION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E96246-A662-BBEA-A345-3A0AC1B9DADF}"/>
              </a:ext>
            </a:extLst>
          </p:cNvPr>
          <p:cNvSpPr txBox="1"/>
          <p:nvPr/>
        </p:nvSpPr>
        <p:spPr>
          <a:xfrm>
            <a:off x="452164" y="1960534"/>
            <a:ext cx="2139717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“Where can I find tutoring for this course?”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2AD99D-9083-AB48-CDC5-765140888B7F}"/>
              </a:ext>
            </a:extLst>
          </p:cNvPr>
          <p:cNvSpPr txBox="1"/>
          <p:nvPr/>
        </p:nvSpPr>
        <p:spPr>
          <a:xfrm>
            <a:off x="3024320" y="1954204"/>
            <a:ext cx="220576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“What Kelley resources can help me prepare for</a:t>
            </a:r>
            <a:r>
              <a:rPr lang="en-US" sz="1000" b="0" i="0" dirty="0">
                <a:solidFill>
                  <a:srgbClr val="191919"/>
                </a:solidFill>
                <a:latin typeface="Times New Roman"/>
              </a:rPr>
              <a:t> supply chain management</a:t>
            </a:r>
            <a:r>
              <a:rPr sz="1000" b="0" i="0" dirty="0">
                <a:solidFill>
                  <a:srgbClr val="191919"/>
                </a:solidFill>
                <a:latin typeface="Times New Roman"/>
              </a:rPr>
              <a:t>?”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409EAB-2B3A-CD47-0F5C-7F91D54FA48D}"/>
              </a:ext>
            </a:extLst>
          </p:cNvPr>
          <p:cNvSpPr txBox="1"/>
          <p:nvPr/>
        </p:nvSpPr>
        <p:spPr>
          <a:xfrm>
            <a:off x="451636" y="2785115"/>
            <a:ext cx="214024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“What organizations align with my interest in investment banking?”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20156D-8F6C-D7C4-389D-6023F27632F9}"/>
              </a:ext>
            </a:extLst>
          </p:cNvPr>
          <p:cNvSpPr txBox="1"/>
          <p:nvPr/>
        </p:nvSpPr>
        <p:spPr>
          <a:xfrm>
            <a:off x="436506" y="3575722"/>
            <a:ext cx="221392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“Where can I get help preparing for I-Core?”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E9AE5F-8971-DD90-F52A-707CB752E45E}"/>
              </a:ext>
            </a:extLst>
          </p:cNvPr>
          <p:cNvSpPr txBox="1"/>
          <p:nvPr/>
        </p:nvSpPr>
        <p:spPr>
          <a:xfrm>
            <a:off x="3003991" y="2775990"/>
            <a:ext cx="22464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“What study abroad opportunities should I explore?”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80218A-9920-890B-163D-760E1B4951E8}"/>
              </a:ext>
            </a:extLst>
          </p:cNvPr>
          <p:cNvSpPr txBox="1"/>
          <p:nvPr/>
        </p:nvSpPr>
        <p:spPr>
          <a:xfrm>
            <a:off x="3024320" y="3619738"/>
            <a:ext cx="2134276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“Who should I contact about this issue?”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A1DCCC2-4397-6CC1-62B8-0BB6DC311AB2}"/>
              </a:ext>
            </a:extLst>
          </p:cNvPr>
          <p:cNvSpPr/>
          <p:nvPr/>
        </p:nvSpPr>
        <p:spPr>
          <a:xfrm>
            <a:off x="5588840" y="1686106"/>
            <a:ext cx="324460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EE449B-7D7F-1FE6-7644-F2F0AEC59797}"/>
              </a:ext>
            </a:extLst>
          </p:cNvPr>
          <p:cNvSpPr/>
          <p:nvPr/>
        </p:nvSpPr>
        <p:spPr>
          <a:xfrm>
            <a:off x="5588840" y="2528962"/>
            <a:ext cx="324460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957E3C-9674-ED2B-6D32-5CB1A44DFC25}"/>
              </a:ext>
            </a:extLst>
          </p:cNvPr>
          <p:cNvSpPr/>
          <p:nvPr/>
        </p:nvSpPr>
        <p:spPr>
          <a:xfrm>
            <a:off x="5577594" y="3368919"/>
            <a:ext cx="32558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AA84A4B-6937-DF78-8AD2-FFCC677F970A}"/>
              </a:ext>
            </a:extLst>
          </p:cNvPr>
          <p:cNvSpPr/>
          <p:nvPr/>
        </p:nvSpPr>
        <p:spPr>
          <a:xfrm>
            <a:off x="5593566" y="4208876"/>
            <a:ext cx="324460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605131-DFC3-DB08-C080-C7B4A11B735B}"/>
              </a:ext>
            </a:extLst>
          </p:cNvPr>
          <p:cNvSpPr txBox="1"/>
          <p:nvPr/>
        </p:nvSpPr>
        <p:spPr>
          <a:xfrm>
            <a:off x="5684771" y="1738942"/>
            <a:ext cx="43068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69" b="1" i="0" dirty="0">
                <a:solidFill>
                  <a:srgbClr val="7E0C0C"/>
                </a:solidFill>
                <a:latin typeface="Times New Roman"/>
              </a:rPr>
              <a:t>RESOURCE UTILIZATION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E295CA-5564-FBE2-A53E-2ECE15D9628D}"/>
              </a:ext>
            </a:extLst>
          </p:cNvPr>
          <p:cNvSpPr txBox="1"/>
          <p:nvPr/>
        </p:nvSpPr>
        <p:spPr>
          <a:xfrm>
            <a:off x="5684771" y="2574615"/>
            <a:ext cx="43068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69" b="1" i="0">
                <a:solidFill>
                  <a:srgbClr val="7E0C0C"/>
                </a:solidFill>
                <a:latin typeface="Times New Roman"/>
              </a:rPr>
              <a:t>CONSISTENCY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6AB327-3AD9-3527-55D5-ABC2BD1626C9}"/>
              </a:ext>
            </a:extLst>
          </p:cNvPr>
          <p:cNvSpPr txBox="1"/>
          <p:nvPr/>
        </p:nvSpPr>
        <p:spPr>
          <a:xfrm>
            <a:off x="5684771" y="3419280"/>
            <a:ext cx="43068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69" b="1" i="0" dirty="0">
                <a:solidFill>
                  <a:srgbClr val="7E0C0C"/>
                </a:solidFill>
                <a:latin typeface="Times New Roman"/>
              </a:rPr>
              <a:t>SCALABILITY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67D32C-EAF6-E99F-33E7-D5528AF17F1D}"/>
              </a:ext>
            </a:extLst>
          </p:cNvPr>
          <p:cNvSpPr txBox="1"/>
          <p:nvPr/>
        </p:nvSpPr>
        <p:spPr>
          <a:xfrm>
            <a:off x="5684771" y="4261552"/>
            <a:ext cx="43068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69" b="1" i="0" dirty="0">
                <a:solidFill>
                  <a:srgbClr val="7E0C0C"/>
                </a:solidFill>
                <a:latin typeface="Times New Roman"/>
              </a:rPr>
              <a:t>STUDENT INSIGHT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CF0894-88DA-7C01-BCC4-AEA812923206}"/>
              </a:ext>
            </a:extLst>
          </p:cNvPr>
          <p:cNvSpPr txBox="1"/>
          <p:nvPr/>
        </p:nvSpPr>
        <p:spPr>
          <a:xfrm>
            <a:off x="5684771" y="1947028"/>
            <a:ext cx="308074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Increase the value derived from resources Kelley already provides.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C91FA0-31C7-3EA7-878B-3263A0AD7EA7}"/>
              </a:ext>
            </a:extLst>
          </p:cNvPr>
          <p:cNvSpPr txBox="1"/>
          <p:nvPr/>
        </p:nvSpPr>
        <p:spPr>
          <a:xfrm>
            <a:off x="5701724" y="2784617"/>
            <a:ext cx="3007593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Direct students toward authoritative resources rather than informal or outdated information.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9A88CE-65D9-2290-4B39-79E16B3C0128}"/>
              </a:ext>
            </a:extLst>
          </p:cNvPr>
          <p:cNvSpPr txBox="1"/>
          <p:nvPr/>
        </p:nvSpPr>
        <p:spPr>
          <a:xfrm>
            <a:off x="5701724" y="3629921"/>
            <a:ext cx="30637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Address common requests conversationally while complex issues route to humans.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535B1F-591C-AEA9-1D95-3F5C1504FDAE}"/>
              </a:ext>
            </a:extLst>
          </p:cNvPr>
          <p:cNvSpPr txBox="1"/>
          <p:nvPr/>
        </p:nvSpPr>
        <p:spPr>
          <a:xfrm>
            <a:off x="5684771" y="4444053"/>
            <a:ext cx="308074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Aggregated, governed usage patterns could reveal recurring confusion and information gaps.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F4CBFE-DA79-18F2-2F8F-45DA3B6758E0}"/>
              </a:ext>
            </a:extLst>
          </p:cNvPr>
          <p:cNvSpPr/>
          <p:nvPr/>
        </p:nvSpPr>
        <p:spPr>
          <a:xfrm>
            <a:off x="378484" y="4197355"/>
            <a:ext cx="4555833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83C613C-E04B-FAA1-C481-7A7AB51B578F}"/>
              </a:ext>
            </a:extLst>
          </p:cNvPr>
          <p:cNvSpPr txBox="1"/>
          <p:nvPr/>
        </p:nvSpPr>
        <p:spPr>
          <a:xfrm>
            <a:off x="462385" y="4227908"/>
            <a:ext cx="3523019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STUDENT VALUE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F074A76-4190-DA21-8790-16404B58B14A}"/>
              </a:ext>
            </a:extLst>
          </p:cNvPr>
          <p:cNvSpPr/>
          <p:nvPr/>
        </p:nvSpPr>
        <p:spPr>
          <a:xfrm>
            <a:off x="378484" y="4616955"/>
            <a:ext cx="2232147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72C9FB9-E0E4-8AE4-8EBC-C305D416BB1B}"/>
              </a:ext>
            </a:extLst>
          </p:cNvPr>
          <p:cNvSpPr/>
          <p:nvPr/>
        </p:nvSpPr>
        <p:spPr>
          <a:xfrm>
            <a:off x="378484" y="5522716"/>
            <a:ext cx="2232147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0029A0D-7C3E-9C56-1A85-881E035BDCFF}"/>
              </a:ext>
            </a:extLst>
          </p:cNvPr>
          <p:cNvSpPr/>
          <p:nvPr/>
        </p:nvSpPr>
        <p:spPr>
          <a:xfrm>
            <a:off x="2702170" y="4617954"/>
            <a:ext cx="2232147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B05A334-7C06-81D0-1C0F-60EF8D2A79B4}"/>
              </a:ext>
            </a:extLst>
          </p:cNvPr>
          <p:cNvSpPr/>
          <p:nvPr/>
        </p:nvSpPr>
        <p:spPr>
          <a:xfrm>
            <a:off x="2702170" y="5496458"/>
            <a:ext cx="2232147" cy="65719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907A5A8-65E2-B6A9-F286-CF6D718DFF46}"/>
              </a:ext>
            </a:extLst>
          </p:cNvPr>
          <p:cNvSpPr txBox="1"/>
          <p:nvPr/>
        </p:nvSpPr>
        <p:spPr>
          <a:xfrm>
            <a:off x="412892" y="4639606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ACCESSIBILITY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EED1CD-1CA9-80A9-D00E-136DBA3DB365}"/>
              </a:ext>
            </a:extLst>
          </p:cNvPr>
          <p:cNvSpPr txBox="1"/>
          <p:nvPr/>
        </p:nvSpPr>
        <p:spPr>
          <a:xfrm>
            <a:off x="2736578" y="4657708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CONTEXTUAL NAVIGATION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D698B58-2FC5-AEC0-FE0F-8D2347D281DC}"/>
              </a:ext>
            </a:extLst>
          </p:cNvPr>
          <p:cNvSpPr txBox="1"/>
          <p:nvPr/>
        </p:nvSpPr>
        <p:spPr>
          <a:xfrm>
            <a:off x="436506" y="5555894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EFFICIENCY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755EA7-6CE5-0909-749A-B344504BF162}"/>
              </a:ext>
            </a:extLst>
          </p:cNvPr>
          <p:cNvSpPr txBox="1"/>
          <p:nvPr/>
        </p:nvSpPr>
        <p:spPr>
          <a:xfrm>
            <a:off x="2736578" y="5550612"/>
            <a:ext cx="235915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 dirty="0">
                <a:solidFill>
                  <a:srgbClr val="7E0C0C"/>
                </a:solidFill>
                <a:latin typeface="Times New Roman"/>
              </a:rPr>
              <a:t>RESOURCE DISCOVERY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1AC47EA-3EC3-1586-1559-54C5FCF04557}"/>
              </a:ext>
            </a:extLst>
          </p:cNvPr>
          <p:cNvSpPr txBox="1"/>
          <p:nvPr/>
        </p:nvSpPr>
        <p:spPr>
          <a:xfrm>
            <a:off x="436506" y="4889887"/>
            <a:ext cx="215537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Begin with the question, not the structure of Kelley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CC68BE1-1862-C38D-9B10-EE0CE4FC1C33}"/>
              </a:ext>
            </a:extLst>
          </p:cNvPr>
          <p:cNvSpPr txBox="1"/>
          <p:nvPr/>
        </p:nvSpPr>
        <p:spPr>
          <a:xfrm>
            <a:off x="412892" y="5803123"/>
            <a:ext cx="214024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Reduce time between having a question and finding the right resource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162847-DE2F-BD80-ED97-D0F0D04690D8}"/>
              </a:ext>
            </a:extLst>
          </p:cNvPr>
          <p:cNvSpPr txBox="1"/>
          <p:nvPr/>
        </p:nvSpPr>
        <p:spPr>
          <a:xfrm>
            <a:off x="2736578" y="5768796"/>
            <a:ext cx="217741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Increase awareness of resources students may not otherwise know exist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E8F8302-3277-69A0-ED38-193DE668BA51}"/>
              </a:ext>
            </a:extLst>
          </p:cNvPr>
          <p:cNvSpPr txBox="1"/>
          <p:nvPr/>
        </p:nvSpPr>
        <p:spPr>
          <a:xfrm>
            <a:off x="2736578" y="4899803"/>
            <a:ext cx="2157081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i="0" dirty="0">
                <a:solidFill>
                  <a:srgbClr val="191919"/>
                </a:solidFill>
                <a:latin typeface="Times New Roman"/>
              </a:rPr>
              <a:t>Interpret context in the question and organize relevant resources.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7EDB095-D593-6A6E-715B-0A0876C33211}"/>
              </a:ext>
            </a:extLst>
          </p:cNvPr>
          <p:cNvSpPr/>
          <p:nvPr/>
        </p:nvSpPr>
        <p:spPr>
          <a:xfrm>
            <a:off x="5158596" y="4976274"/>
            <a:ext cx="3684308" cy="310896"/>
          </a:xfrm>
          <a:prstGeom prst="rect">
            <a:avLst/>
          </a:prstGeom>
          <a:solidFill>
            <a:srgbClr val="7E0C0C"/>
          </a:solidFill>
          <a:ln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B280D38-6A6A-CB2A-E9AD-927DA3A44CA6}"/>
              </a:ext>
            </a:extLst>
          </p:cNvPr>
          <p:cNvSpPr txBox="1"/>
          <p:nvPr/>
        </p:nvSpPr>
        <p:spPr>
          <a:xfrm>
            <a:off x="5149142" y="4954305"/>
            <a:ext cx="3684307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/>
              </a:rPr>
              <a:t>FROM AI RESOURCE TO </a:t>
            </a:r>
            <a:r>
              <a:rPr lang="en-US" sz="1000" b="1" dirty="0">
                <a:solidFill>
                  <a:srgbClr val="FFFFFF"/>
                </a:solidFill>
                <a:latin typeface="Times New Roman"/>
              </a:rPr>
              <a:t> </a:t>
            </a:r>
          </a:p>
          <a:p>
            <a:pPr algn="ctr"/>
            <a:r>
              <a:rPr sz="1000" b="1" i="0" dirty="0">
                <a:solidFill>
                  <a:srgbClr val="FFFFFF"/>
                </a:solidFill>
                <a:latin typeface="Times New Roman"/>
              </a:rPr>
              <a:t>STUDENT EXPERIENCE INSIGHT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2B21CD0-F284-08D2-AFDD-43D7957803C6}"/>
              </a:ext>
            </a:extLst>
          </p:cNvPr>
          <p:cNvSpPr/>
          <p:nvPr/>
        </p:nvSpPr>
        <p:spPr>
          <a:xfrm>
            <a:off x="5158596" y="5385033"/>
            <a:ext cx="673110" cy="767526"/>
          </a:xfrm>
          <a:prstGeom prst="rect">
            <a:avLst/>
          </a:prstGeom>
          <a:solidFill>
            <a:srgbClr val="F7F5F4"/>
          </a:solidFill>
          <a:ln w="1270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4D3FB31-2093-CDBB-22A2-12122DB6D9E0}"/>
              </a:ext>
            </a:extLst>
          </p:cNvPr>
          <p:cNvSpPr/>
          <p:nvPr/>
        </p:nvSpPr>
        <p:spPr>
          <a:xfrm>
            <a:off x="5894572" y="5374899"/>
            <a:ext cx="673110" cy="767526"/>
          </a:xfrm>
          <a:prstGeom prst="rect">
            <a:avLst/>
          </a:prstGeom>
          <a:solidFill>
            <a:srgbClr val="F7F5F4"/>
          </a:solidFill>
          <a:ln w="1270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B0EB1C0-6EED-ADCE-FF94-195F53064489}"/>
              </a:ext>
            </a:extLst>
          </p:cNvPr>
          <p:cNvSpPr/>
          <p:nvPr/>
        </p:nvSpPr>
        <p:spPr>
          <a:xfrm>
            <a:off x="6654740" y="5359601"/>
            <a:ext cx="673110" cy="767526"/>
          </a:xfrm>
          <a:prstGeom prst="rect">
            <a:avLst/>
          </a:prstGeom>
          <a:solidFill>
            <a:srgbClr val="F7F5F4"/>
          </a:solidFill>
          <a:ln w="1270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39A421C-EDAD-F807-7403-31320E8D988D}"/>
              </a:ext>
            </a:extLst>
          </p:cNvPr>
          <p:cNvSpPr/>
          <p:nvPr/>
        </p:nvSpPr>
        <p:spPr>
          <a:xfrm>
            <a:off x="7395443" y="5359601"/>
            <a:ext cx="673110" cy="767526"/>
          </a:xfrm>
          <a:prstGeom prst="rect">
            <a:avLst/>
          </a:prstGeom>
          <a:solidFill>
            <a:srgbClr val="F7F5F4"/>
          </a:solidFill>
          <a:ln w="1270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FEC3D47-0D77-A49F-B6B0-FDB760377B2D}"/>
              </a:ext>
            </a:extLst>
          </p:cNvPr>
          <p:cNvSpPr/>
          <p:nvPr/>
        </p:nvSpPr>
        <p:spPr>
          <a:xfrm>
            <a:off x="8160339" y="5359601"/>
            <a:ext cx="673110" cy="767526"/>
          </a:xfrm>
          <a:prstGeom prst="rect">
            <a:avLst/>
          </a:prstGeom>
          <a:solidFill>
            <a:srgbClr val="F7F5F4"/>
          </a:solidFill>
          <a:ln w="12700">
            <a:solidFill>
              <a:srgbClr val="7E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275FC44-9B9F-12E8-961C-EBB24BC846BB}"/>
              </a:ext>
            </a:extLst>
          </p:cNvPr>
          <p:cNvSpPr txBox="1"/>
          <p:nvPr/>
        </p:nvSpPr>
        <p:spPr>
          <a:xfrm>
            <a:off x="5156823" y="5586335"/>
            <a:ext cx="676656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 dirty="0">
                <a:solidFill>
                  <a:srgbClr val="7E0C0C"/>
                </a:solidFill>
                <a:latin typeface="Times New Roman"/>
              </a:rPr>
              <a:t>STUDENTS ASK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457E6A1-8443-BB9D-7914-36302F08C24E}"/>
              </a:ext>
            </a:extLst>
          </p:cNvPr>
          <p:cNvSpPr txBox="1"/>
          <p:nvPr/>
        </p:nvSpPr>
        <p:spPr>
          <a:xfrm>
            <a:off x="5886298" y="5646903"/>
            <a:ext cx="676656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 dirty="0">
                <a:solidFill>
                  <a:srgbClr val="7E0C0C"/>
                </a:solidFill>
                <a:latin typeface="Times New Roman"/>
              </a:rPr>
              <a:t>AI GUIDES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6262523-A374-B3F3-E727-2EEA3B7758FB}"/>
              </a:ext>
            </a:extLst>
          </p:cNvPr>
          <p:cNvSpPr txBox="1"/>
          <p:nvPr/>
        </p:nvSpPr>
        <p:spPr>
          <a:xfrm>
            <a:off x="6662422" y="5595328"/>
            <a:ext cx="676656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 dirty="0">
                <a:solidFill>
                  <a:srgbClr val="7E0C0C"/>
                </a:solidFill>
                <a:latin typeface="Times New Roman"/>
              </a:rPr>
              <a:t>PATTERNS EMERGE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5E821D6-D5A3-94E6-214B-5E9D7F410EF0}"/>
              </a:ext>
            </a:extLst>
          </p:cNvPr>
          <p:cNvSpPr txBox="1"/>
          <p:nvPr/>
        </p:nvSpPr>
        <p:spPr>
          <a:xfrm>
            <a:off x="7395443" y="5602934"/>
            <a:ext cx="676656" cy="3139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40" b="1" i="0" dirty="0">
                <a:solidFill>
                  <a:srgbClr val="7E0C0C"/>
                </a:solidFill>
                <a:latin typeface="Times New Roman"/>
              </a:rPr>
              <a:t>KELLEY IDENTIFIES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021D8E0-DDFB-9FD7-F7FF-A3025471A381}"/>
              </a:ext>
            </a:extLst>
          </p:cNvPr>
          <p:cNvSpPr txBox="1"/>
          <p:nvPr/>
        </p:nvSpPr>
        <p:spPr>
          <a:xfrm>
            <a:off x="8166248" y="5551340"/>
            <a:ext cx="67665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 i="0" dirty="0">
                <a:solidFill>
                  <a:srgbClr val="7E0C0C"/>
                </a:solidFill>
                <a:latin typeface="Times New Roman"/>
              </a:rPr>
              <a:t>KELLEY IMPROVES</a:t>
            </a:r>
          </a:p>
        </p:txBody>
      </p:sp>
    </p:spTree>
    <p:extLst>
      <p:ext uri="{BB962C8B-B14F-4D97-AF65-F5344CB8AC3E}">
        <p14:creationId xmlns:p14="http://schemas.microsoft.com/office/powerpoint/2010/main" val="109671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4223-23C8-F703-1C9E-5AEC04BCA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792" y="2731153"/>
            <a:ext cx="5901726" cy="362189"/>
          </a:xfrm>
        </p:spPr>
        <p:txBody>
          <a:bodyPr>
            <a:noAutofit/>
          </a:bodyPr>
          <a:lstStyle/>
          <a:p>
            <a:pPr algn="l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Kelley Student Government: 2026-2027 Budget</a:t>
            </a:r>
          </a:p>
        </p:txBody>
      </p:sp>
      <p:pic>
        <p:nvPicPr>
          <p:cNvPr id="6" name="Picture 5" descr="Kelley Student Government emblem.">
            <a:extLst>
              <a:ext uri="{FF2B5EF4-FFF2-40B4-BE49-F238E27FC236}">
                <a16:creationId xmlns:a16="http://schemas.microsoft.com/office/drawing/2014/main" id="{B679DE23-C6A6-6C4F-F26F-73886776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74" y="2139372"/>
            <a:ext cx="2569181" cy="2579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866413-F7B8-10D7-49F3-381C1BD2F641}"/>
              </a:ext>
            </a:extLst>
          </p:cNvPr>
          <p:cNvSpPr txBox="1"/>
          <p:nvPr/>
        </p:nvSpPr>
        <p:spPr>
          <a:xfrm>
            <a:off x="3398362" y="2731153"/>
            <a:ext cx="3800474" cy="19851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chemeClr val="tx2"/>
              </a:buClr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>
              <a:buClr>
                <a:schemeClr val="tx2"/>
              </a:buClr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  <a:p>
            <a:pPr>
              <a:buClr>
                <a:schemeClr val="tx2"/>
              </a:buClr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Guhan Sivakumar,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</a:t>
            </a:r>
          </a:p>
          <a:p>
            <a:pPr>
              <a:buClr>
                <a:schemeClr val="tx2"/>
              </a:buCl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Atharv Pawar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Director of Undergraduate Research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</a:pPr>
            <a:r>
              <a:rPr lang="en-US" sz="1200" dirty="0">
                <a:cs typeface="Times New Roman"/>
              </a:rPr>
              <a:t>August 30</a:t>
            </a:r>
            <a:r>
              <a:rPr lang="en-US" sz="1200" baseline="30000" dirty="0">
                <a:cs typeface="Times New Roman"/>
              </a:rPr>
              <a:t>th</a:t>
            </a:r>
            <a:r>
              <a:rPr lang="en-US" sz="1200" dirty="0">
                <a:cs typeface="Times New Roman"/>
              </a:rPr>
              <a:t> , 2026</a:t>
            </a:r>
          </a:p>
        </p:txBody>
      </p:sp>
    </p:spTree>
    <p:extLst>
      <p:ext uri="{BB962C8B-B14F-4D97-AF65-F5344CB8AC3E}">
        <p14:creationId xmlns:p14="http://schemas.microsoft.com/office/powerpoint/2010/main" val="398551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KSGTheme_vF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SGTheme_vF" id="{9CA9A912-214C-4D3C-A1F5-C9B7508891DD}" vid="{1A81A00C-B57A-499F-9F69-8EB9662967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439031-A7CD-4779-8AF5-9D15F73D71D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e9e680c5-ceea-4b75-b859-9f6a3edd39c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KSGTheme_vF</Template>
  <TotalTime>4908</TotalTime>
  <Words>687</Words>
  <Application>Microsoft Macintosh PowerPoint</Application>
  <PresentationFormat>On-screen Show (4:3)</PresentationFormat>
  <Paragraphs>120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Book Antiqua</vt:lpstr>
      <vt:lpstr>Courier New</vt:lpstr>
      <vt:lpstr>Times New Roman</vt:lpstr>
      <vt:lpstr>Wingdings</vt:lpstr>
      <vt:lpstr>KSGTheme_vF</vt:lpstr>
      <vt:lpstr>think-cell Slide</vt:lpstr>
      <vt:lpstr>Kelley Student Government: 2026-2027 Budget</vt:lpstr>
      <vt:lpstr>Why A Kelley Specific AI Resource?</vt:lpstr>
      <vt:lpstr>How The Kelley AI Resource Would Work</vt:lpstr>
      <vt:lpstr>How This Could Improve The Kelley Experience</vt:lpstr>
      <vt:lpstr>Kelley Student Government: 2026-2027 Budget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Mockabee, David T</dc:creator>
  <cp:lastModifiedBy>Pawar, Atharv</cp:lastModifiedBy>
  <cp:revision>9</cp:revision>
  <dcterms:created xsi:type="dcterms:W3CDTF">2026-08-07T19:12:03Z</dcterms:created>
  <dcterms:modified xsi:type="dcterms:W3CDTF">2026-08-29T17:35:24Z</dcterms:modified>
</cp:coreProperties>
</file>